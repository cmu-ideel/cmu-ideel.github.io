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Urbanist" panose="020B0A04040200000203"/>
      <p:regular r:id="rId14"/>
      <p:bold r:id="rId15"/>
      <p:italic r:id="rId16"/>
      <p:boldItalic r:id="rId17"/>
    </p:embeddedFont>
    <p:embeddedFont>
      <p:font typeface="Urbanist Medium" panose="020B0A04040200000203"/>
      <p:regular r:id="rId18"/>
      <p:bold r:id="rId19"/>
      <p:italic r:id="rId20"/>
      <p:boldItalic r:id="rId21"/>
    </p:embeddedFont>
    <p:embeddedFont>
      <p:font typeface="Urbanist SemiBold" panose="020B0A04040200000203" pitchFamily="34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f4b97fe8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f4b97fe8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4b97fe850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f4b97fe850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4bb79ead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f4bb79ead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4bb79ead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f4bb79ead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4bb79ead7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f4bb79ead7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4b97fe850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f4b97fe850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4be2863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4be2863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4be28635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4be28635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4be6127f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f4be6127fd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>
          <a:extLst>
            <a:ext uri="{FF2B5EF4-FFF2-40B4-BE49-F238E27FC236}">
              <a16:creationId xmlns:a16="http://schemas.microsoft.com/office/drawing/2014/main" id="{65ED4240-0DAB-A80E-F777-4A1C088E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4be6127fd_0_6:notes">
            <a:extLst>
              <a:ext uri="{FF2B5EF4-FFF2-40B4-BE49-F238E27FC236}">
                <a16:creationId xmlns:a16="http://schemas.microsoft.com/office/drawing/2014/main" id="{BCF2E3A9-A806-E8A9-53BA-BB96206F6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f4be6127fd_0_6:notes">
            <a:extLst>
              <a:ext uri="{FF2B5EF4-FFF2-40B4-BE49-F238E27FC236}">
                <a16:creationId xmlns:a16="http://schemas.microsoft.com/office/drawing/2014/main" id="{74198315-E102-FB91-BEE6-8F00E2DD3B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56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>
          <a:extLst>
            <a:ext uri="{FF2B5EF4-FFF2-40B4-BE49-F238E27FC236}">
              <a16:creationId xmlns:a16="http://schemas.microsoft.com/office/drawing/2014/main" id="{128A50D7-88A1-5BB7-6E43-DB91AB8F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4be28635a_0_16:notes">
            <a:extLst>
              <a:ext uri="{FF2B5EF4-FFF2-40B4-BE49-F238E27FC236}">
                <a16:creationId xmlns:a16="http://schemas.microsoft.com/office/drawing/2014/main" id="{A366DAF2-C7D0-24B8-C96A-917E6D0B6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4be28635a_0_16:notes">
            <a:extLst>
              <a:ext uri="{FF2B5EF4-FFF2-40B4-BE49-F238E27FC236}">
                <a16:creationId xmlns:a16="http://schemas.microsoft.com/office/drawing/2014/main" id="{6C970013-4B31-AB03-1135-05523418E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2927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ALT 1">
  <p:cSld name="BLANK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l="3134" t="16786" r="7835" b="8145"/>
          <a:stretch/>
        </p:blipFill>
        <p:spPr>
          <a:xfrm rot="10800000" flipH="1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rot="10800000" flipH="1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20;p2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6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7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ALT 1">
  <p:cSld name="BLANK_1_1_2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ur values">
  <p:cSld name="BLANK_1_1_1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4"/>
          <p:cNvSpPr txBox="1">
            <a:spLocks noGrp="1"/>
          </p:cNvSpPr>
          <p:nvPr>
            <p:ph type="subTitle" idx="5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6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7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body" idx="8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9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3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nd image ALT 2">
  <p:cSld name="CUSTOM_3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>
            <a:spLocks noGrp="1"/>
          </p:cNvSpPr>
          <p:nvPr>
            <p:ph type="pic" idx="2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 idx="3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body" idx="1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4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5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6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1">
  <p:cSld name="BLANK_1_1_1_1_3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"/>
          <p:cNvSpPr>
            <a:spLocks noGrp="1"/>
          </p:cNvSpPr>
          <p:nvPr>
            <p:ph type="pic" idx="2"/>
          </p:nvPr>
        </p:nvSpPr>
        <p:spPr>
          <a:xfrm>
            <a:off x="4523050" y="7379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NP"/>
          </a:p>
        </p:txBody>
      </p:sp>
      <p:sp>
        <p:nvSpPr>
          <p:cNvPr id="65" name="Google Shape;65;p6"/>
          <p:cNvSpPr>
            <a:spLocks noGrp="1"/>
          </p:cNvSpPr>
          <p:nvPr>
            <p:ph type="pic" idx="3"/>
          </p:nvPr>
        </p:nvSpPr>
        <p:spPr>
          <a:xfrm>
            <a:off x="6752100" y="737775"/>
            <a:ext cx="2164800" cy="1350300"/>
          </a:xfrm>
          <a:prstGeom prst="roundRect">
            <a:avLst>
              <a:gd name="adj" fmla="val 780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NP"/>
          </a:p>
        </p:txBody>
      </p:sp>
      <p:sp>
        <p:nvSpPr>
          <p:cNvPr id="66" name="Google Shape;66;p6"/>
          <p:cNvSpPr>
            <a:spLocks noGrp="1"/>
          </p:cNvSpPr>
          <p:nvPr>
            <p:ph type="pic" idx="4"/>
          </p:nvPr>
        </p:nvSpPr>
        <p:spPr>
          <a:xfrm>
            <a:off x="4523050" y="2158000"/>
            <a:ext cx="4394100" cy="2282700"/>
          </a:xfrm>
          <a:prstGeom prst="roundRect">
            <a:avLst>
              <a:gd name="adj" fmla="val 610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NP"/>
          </a:p>
        </p:txBody>
      </p:sp>
      <p:sp>
        <p:nvSpPr>
          <p:cNvPr id="67" name="Google Shape;67;p6"/>
          <p:cNvSpPr txBox="1">
            <a:spLocks noGrp="1"/>
          </p:cNvSpPr>
          <p:nvPr>
            <p:ph type="body" idx="1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subTitle" idx="5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ubTitle" idx="6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ubTitle" idx="7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8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ALT 1">
  <p:cSld name="BLANK_1_1_1_1_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r="15469" b="14588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8" name="Google Shape;78;p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79" name="Google Shape;79;p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80" name="Google Shape;80;p7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7"/>
          <p:cNvSpPr txBox="1">
            <a:spLocks noGrp="1"/>
          </p:cNvSpPr>
          <p:nvPr>
            <p:ph type="subTitle" idx="4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subTitle" idx="5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subTitle" idx="6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5" name="Google Shape;85;p7"/>
          <p:cNvSpPr txBox="1">
            <a:spLocks noGrp="1"/>
          </p:cNvSpPr>
          <p:nvPr>
            <p:ph type="subTitle" idx="7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ubTitle" idx="8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7" name="Google Shape;87;p7"/>
          <p:cNvSpPr txBox="1">
            <a:spLocks noGrp="1"/>
          </p:cNvSpPr>
          <p:nvPr>
            <p:ph type="subTitle" idx="9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subTitle" idx="13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subTitle" idx="14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subTitle" idx="15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6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7"/>
          <p:cNvSpPr txBox="1">
            <a:spLocks noGrp="1"/>
          </p:cNvSpPr>
          <p:nvPr>
            <p:ph type="subTitle" idx="17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7"/>
          <p:cNvSpPr txBox="1">
            <a:spLocks noGrp="1"/>
          </p:cNvSpPr>
          <p:nvPr>
            <p:ph type="subTitle" idx="18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s">
  <p:cSld name="BLANK_1_1_1_1_2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>
            <a:spLocks noGrp="1"/>
          </p:cNvSpPr>
          <p:nvPr>
            <p:ph type="pic" idx="2"/>
          </p:nvPr>
        </p:nvSpPr>
        <p:spPr>
          <a:xfrm>
            <a:off x="46189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>
            <a:spLocks noGrp="1"/>
          </p:cNvSpPr>
          <p:nvPr>
            <p:ph type="subTitle" idx="1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99" name="Google Shape;99;p8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 txBox="1">
            <a:spLocks noGrp="1"/>
          </p:cNvSpPr>
          <p:nvPr>
            <p:ph type="subTitle" idx="6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4" name="Google Shape;104;p8"/>
          <p:cNvSpPr>
            <a:spLocks noGrp="1"/>
          </p:cNvSpPr>
          <p:nvPr>
            <p:ph type="pic" idx="7"/>
          </p:nvPr>
        </p:nvSpPr>
        <p:spPr>
          <a:xfrm>
            <a:off x="608070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>
            <a:spLocks noGrp="1"/>
          </p:cNvSpPr>
          <p:nvPr>
            <p:ph type="subTitle" idx="8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subTitle" idx="9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7" name="Google Shape;107;p8"/>
          <p:cNvSpPr>
            <a:spLocks noGrp="1"/>
          </p:cNvSpPr>
          <p:nvPr>
            <p:ph type="pic" idx="13"/>
          </p:nvPr>
        </p:nvSpPr>
        <p:spPr>
          <a:xfrm>
            <a:off x="7542450" y="228600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>
            <a:spLocks noGrp="1"/>
          </p:cNvSpPr>
          <p:nvPr>
            <p:ph type="subTitle" idx="14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ubTitle" idx="15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0" name="Google Shape;110;p8"/>
          <p:cNvSpPr>
            <a:spLocks noGrp="1"/>
          </p:cNvSpPr>
          <p:nvPr>
            <p:ph type="pic" idx="16"/>
          </p:nvPr>
        </p:nvSpPr>
        <p:spPr>
          <a:xfrm>
            <a:off x="46189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>
            <a:spLocks noGrp="1"/>
          </p:cNvSpPr>
          <p:nvPr>
            <p:ph type="subTitle" idx="17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subTitle" idx="18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3" name="Google Shape;113;p8"/>
          <p:cNvSpPr>
            <a:spLocks noGrp="1"/>
          </p:cNvSpPr>
          <p:nvPr>
            <p:ph type="pic" idx="19"/>
          </p:nvPr>
        </p:nvSpPr>
        <p:spPr>
          <a:xfrm>
            <a:off x="608070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>
            <a:spLocks noGrp="1"/>
          </p:cNvSpPr>
          <p:nvPr>
            <p:ph type="subTitle" idx="20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ubTitle" idx="21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6" name="Google Shape;116;p8"/>
          <p:cNvSpPr>
            <a:spLocks noGrp="1"/>
          </p:cNvSpPr>
          <p:nvPr>
            <p:ph type="pic" idx="22"/>
          </p:nvPr>
        </p:nvSpPr>
        <p:spPr>
          <a:xfrm>
            <a:off x="7542450" y="2295725"/>
            <a:ext cx="1370400" cy="1357500"/>
          </a:xfrm>
          <a:prstGeom prst="roundRect">
            <a:avLst>
              <a:gd name="adj" fmla="val 16935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>
            <a:spLocks noGrp="1"/>
          </p:cNvSpPr>
          <p:nvPr>
            <p:ph type="subTitle" idx="23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subTitle" idx="24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ALT 2">
  <p:cSld name="BLANK_1_1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>
            <a:spLocks noGrp="1"/>
          </p:cNvSpPr>
          <p:nvPr>
            <p:ph type="pic" idx="2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NP"/>
          </a:p>
        </p:txBody>
      </p:sp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ds w/ images">
  <p:cSld name="BLANK_1_1_1_1_1_1_1_1_1_1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41" name="Google Shape;141;p10"/>
          <p:cNvSpPr>
            <a:spLocks noGrp="1"/>
          </p:cNvSpPr>
          <p:nvPr>
            <p:ph type="pic" idx="4"/>
          </p:nvPr>
        </p:nvSpPr>
        <p:spPr>
          <a:xfrm>
            <a:off x="4267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>
            <a:spLocks noGrp="1"/>
          </p:cNvSpPr>
          <p:nvPr>
            <p:ph type="subTitle" idx="5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3" name="Google Shape;143;p10"/>
          <p:cNvSpPr txBox="1">
            <a:spLocks noGrp="1"/>
          </p:cNvSpPr>
          <p:nvPr>
            <p:ph type="subTitle" idx="6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7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5" name="Google Shape;145;p10"/>
          <p:cNvSpPr>
            <a:spLocks noGrp="1"/>
          </p:cNvSpPr>
          <p:nvPr>
            <p:ph type="pic" idx="8"/>
          </p:nvPr>
        </p:nvSpPr>
        <p:spPr>
          <a:xfrm>
            <a:off x="26218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>
            <a:spLocks noGrp="1"/>
          </p:cNvSpPr>
          <p:nvPr>
            <p:ph type="subTitle" idx="9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7" name="Google Shape;147;p10"/>
          <p:cNvSpPr txBox="1">
            <a:spLocks noGrp="1"/>
          </p:cNvSpPr>
          <p:nvPr>
            <p:ph type="subTitle" idx="13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48" name="Google Shape;148;p10"/>
          <p:cNvSpPr txBox="1">
            <a:spLocks noGrp="1"/>
          </p:cNvSpPr>
          <p:nvPr>
            <p:ph type="body" idx="14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49" name="Google Shape;149;p10"/>
          <p:cNvSpPr>
            <a:spLocks noGrp="1"/>
          </p:cNvSpPr>
          <p:nvPr>
            <p:ph type="pic" idx="15"/>
          </p:nvPr>
        </p:nvSpPr>
        <p:spPr>
          <a:xfrm>
            <a:off x="48169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>
            <a:spLocks noGrp="1"/>
          </p:cNvSpPr>
          <p:nvPr>
            <p:ph type="subTitle" idx="16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1" name="Google Shape;151;p10"/>
          <p:cNvSpPr txBox="1">
            <a:spLocks noGrp="1"/>
          </p:cNvSpPr>
          <p:nvPr>
            <p:ph type="subTitle" idx="17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2" name="Google Shape;152;p10"/>
          <p:cNvSpPr txBox="1">
            <a:spLocks noGrp="1"/>
          </p:cNvSpPr>
          <p:nvPr>
            <p:ph type="body" idx="18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153" name="Google Shape;153;p10"/>
          <p:cNvSpPr>
            <a:spLocks noGrp="1"/>
          </p:cNvSpPr>
          <p:nvPr>
            <p:ph type="pic" idx="19"/>
          </p:nvPr>
        </p:nvSpPr>
        <p:spPr>
          <a:xfrm>
            <a:off x="7012000" y="1896600"/>
            <a:ext cx="665400" cy="685500"/>
          </a:xfrm>
          <a:prstGeom prst="roundRect">
            <a:avLst>
              <a:gd name="adj" fmla="val 17601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>
            <a:spLocks noGrp="1"/>
          </p:cNvSpPr>
          <p:nvPr>
            <p:ph type="subTitle" idx="20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spcFirstLastPara="1" wrap="square" lIns="0" tIns="0" rIns="91425" bIns="0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5" name="Google Shape;155;p10"/>
          <p:cNvSpPr txBox="1">
            <a:spLocks noGrp="1"/>
          </p:cNvSpPr>
          <p:nvPr>
            <p:ph type="subTitle" idx="21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56" name="Google Shape;156;p10"/>
          <p:cNvSpPr txBox="1">
            <a:spLocks noGrp="1"/>
          </p:cNvSpPr>
          <p:nvPr>
            <p:ph type="body" idx="22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hort big title and body">
  <p:cSld name="BLANK_1_1_1_1_1_1_1_1_1_1_2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1" descr="Oval black shapes against a shadowy background. "/>
          <p:cNvPicPr preferRelativeResize="0"/>
          <p:nvPr/>
        </p:nvPicPr>
        <p:blipFill rotWithShape="1">
          <a:blip r:embed="rId2">
            <a:alphaModFix/>
          </a:blip>
          <a:srcRect l="17241" t="35" r="25039" b="42245"/>
          <a:stretch/>
        </p:blipFill>
        <p:spPr>
          <a:xfrm>
            <a:off x="0" y="-289"/>
            <a:ext cx="9144000" cy="5144100"/>
          </a:xfrm>
          <a:prstGeom prst="roundRect">
            <a:avLst>
              <a:gd name="adj" fmla="val 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2" name="Google Shape;162;p11"/>
          <p:cNvSpPr txBox="1">
            <a:spLocks noGrp="1"/>
          </p:cNvSpPr>
          <p:nvPr>
            <p:ph type="subTitle" idx="1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66" name="Google Shape;166;p11"/>
          <p:cNvSpPr txBox="1">
            <a:spLocks noGrp="1"/>
          </p:cNvSpPr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ALT 2">
  <p:cSld name="BLANK_1_1_1_1_1_1_1_1_1_1_1_1_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>
            <a:spLocks noGrp="1"/>
          </p:cNvSpPr>
          <p:nvPr>
            <p:ph type="body" idx="1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marL="1371600" lvl="2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marL="1828800" lvl="3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marL="2743200" lvl="5" indent="-3175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marL="3200400" lvl="6" indent="-3175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marL="4114800" lvl="8" indent="-3175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>
            <a:endParaRPr/>
          </a:p>
        </p:txBody>
      </p:sp>
      <p:sp>
        <p:nvSpPr>
          <p:cNvPr id="174" name="Google Shape;174;p12"/>
          <p:cNvSpPr>
            <a:spLocks noGrp="1"/>
          </p:cNvSpPr>
          <p:nvPr>
            <p:ph type="pic" idx="2"/>
          </p:nvPr>
        </p:nvSpPr>
        <p:spPr>
          <a:xfrm>
            <a:off x="5342000" y="457200"/>
            <a:ext cx="3573300" cy="3995400"/>
          </a:xfrm>
          <a:prstGeom prst="roundRect">
            <a:avLst>
              <a:gd name="adj" fmla="val 6865"/>
            </a:avLst>
          </a:prstGeom>
          <a:noFill/>
          <a:ln>
            <a:noFill/>
          </a:ln>
        </p:spPr>
        <p:txBody>
          <a:bodyPr/>
          <a:lstStyle/>
          <a:p>
            <a:endParaRPr lang="en-NP"/>
          </a:p>
        </p:txBody>
      </p:sp>
      <p:sp>
        <p:nvSpPr>
          <p:cNvPr id="175" name="Google Shape;175;p12"/>
          <p:cNvSpPr txBox="1">
            <a:spLocks noGrp="1"/>
          </p:cNvSpPr>
          <p:nvPr>
            <p:ph type="subTitle" idx="3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subTitle" idx="4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subTitle" idx="5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subTitle" idx="6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cards">
  <p:cSld name="CUSTOM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2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title" idx="3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4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5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title" idx="6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7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8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9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4" name="Google Shape;194;p13"/>
          <p:cNvSpPr txBox="1">
            <a:spLocks noGrp="1"/>
          </p:cNvSpPr>
          <p:nvPr>
            <p:ph type="subTitle" idx="1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195" name="Google Shape;195;p13"/>
          <p:cNvSpPr txBox="1">
            <a:spLocks noGrp="1"/>
          </p:cNvSpPr>
          <p:nvPr>
            <p:ph type="subTitle" idx="1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rot="-5400000" flipH="1">
              <a:off x="498725" y="2069800"/>
              <a:ext cx="103500" cy="1035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CUSTOM_7_1_1_1_1_1_1_1_1_1_1_1_1_1_1_1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r="15469" b="14588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5" name="Google Shape;225;p15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6" name="Google Shape;226;p15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4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29" name="Google Shape;229;p15"/>
          <p:cNvSpPr txBox="1">
            <a:spLocks noGrp="1"/>
          </p:cNvSpPr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5"/>
          <p:cNvSpPr txBox="1">
            <a:spLocks noGrp="1"/>
          </p:cNvSpPr>
          <p:nvPr>
            <p:ph type="subTitle" idx="5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6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5"/>
          <p:cNvSpPr txBox="1">
            <a:spLocks noGrp="1"/>
          </p:cNvSpPr>
          <p:nvPr>
            <p:ph type="title" idx="7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subTitle" idx="8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4" name="Google Shape;234;p15"/>
          <p:cNvSpPr txBox="1">
            <a:spLocks noGrp="1"/>
          </p:cNvSpPr>
          <p:nvPr>
            <p:ph type="body" idx="9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15"/>
          <p:cNvSpPr txBox="1">
            <a:spLocks noGrp="1"/>
          </p:cNvSpPr>
          <p:nvPr>
            <p:ph type="title" idx="13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5"/>
          <p:cNvSpPr txBox="1">
            <a:spLocks noGrp="1"/>
          </p:cNvSpPr>
          <p:nvPr>
            <p:ph type="subTitle" idx="14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37" name="Google Shape;237;p15"/>
          <p:cNvSpPr txBox="1">
            <a:spLocks noGrp="1"/>
          </p:cNvSpPr>
          <p:nvPr>
            <p:ph type="body" idx="15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5"/>
          <p:cNvSpPr txBox="1">
            <a:spLocks noGrp="1"/>
          </p:cNvSpPr>
          <p:nvPr>
            <p:ph type="title" idx="16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spcFirstLastPara="1" wrap="square" lIns="0" tIns="0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5"/>
          <p:cNvSpPr txBox="1">
            <a:spLocks noGrp="1"/>
          </p:cNvSpPr>
          <p:nvPr>
            <p:ph type="subTitle" idx="17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body" idx="18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1" name="Google Shape;241;p15"/>
          <p:cNvSpPr txBox="1">
            <a:spLocks noGrp="1"/>
          </p:cNvSpPr>
          <p:nvPr>
            <p:ph type="title" idx="19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>
            <a:spLocks noGrp="1"/>
          </p:cNvSpPr>
          <p:nvPr>
            <p:ph type="subTitle" idx="1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" name="Google Shape;247;p16"/>
          <p:cNvSpPr txBox="1">
            <a:spLocks noGrp="1"/>
          </p:cNvSpPr>
          <p:nvPr>
            <p:ph type="subTitle" idx="2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3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49" name="Google Shape;249;p16"/>
          <p:cNvSpPr txBox="1">
            <a:spLocks noGrp="1"/>
          </p:cNvSpPr>
          <p:nvPr>
            <p:ph type="subTitle" idx="4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p16"/>
          <p:cNvSpPr txBox="1">
            <a:spLocks noGrp="1"/>
          </p:cNvSpPr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>
            <a:endParaRPr/>
          </a:p>
        </p:txBody>
      </p:sp>
      <p:sp>
        <p:nvSpPr>
          <p:cNvPr id="252" name="Google Shape;252;p16"/>
          <p:cNvSpPr>
            <a:spLocks noGrp="1"/>
          </p:cNvSpPr>
          <p:nvPr>
            <p:ph type="pic" idx="5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16"/>
          <p:cNvSpPr txBox="1">
            <a:spLocks noGrp="1"/>
          </p:cNvSpPr>
          <p:nvPr>
            <p:ph type="body" idx="6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body" idx="7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marL="914400" lvl="1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marL="1371600" lvl="2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marL="1828800" lvl="3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marL="2286000" lvl="4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marL="2743200" lvl="5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marL="3200400" lvl="6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marL="3657600" lvl="7" indent="-304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marL="4114800" lvl="8" indent="-30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5" name="Google Shape;255;p16"/>
          <p:cNvSpPr txBox="1">
            <a:spLocks noGrp="1"/>
          </p:cNvSpPr>
          <p:nvPr>
            <p:ph type="subTitle" idx="8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">
  <p:cSld name="CUSTOM_2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name="adj" fmla="val 963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name="adj" fmla="val 674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name="adj" fmla="val 9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name="adj" fmla="val 1360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>
            <a:spLocks noGrp="1"/>
          </p:cNvSpPr>
          <p:nvPr>
            <p:ph type="pic" idx="4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7"/>
          <p:cNvSpPr txBox="1">
            <a:spLocks noGrp="1"/>
          </p:cNvSpPr>
          <p:nvPr>
            <p:ph type="subTitle" idx="5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sz="12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body" idx="6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subTitle" idx="7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1" name="Google Shape;271;p17"/>
          <p:cNvSpPr txBox="1">
            <a:spLocks noGrp="1"/>
          </p:cNvSpPr>
          <p:nvPr>
            <p:ph type="body" idx="8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" name="Google Shape;274;p17"/>
          <p:cNvSpPr txBox="1">
            <a:spLocks noGrp="1"/>
          </p:cNvSpPr>
          <p:nvPr>
            <p:ph type="subTitle" idx="9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75" name="Google Shape;275;p17"/>
          <p:cNvSpPr txBox="1">
            <a:spLocks noGrp="1"/>
          </p:cNvSpPr>
          <p:nvPr>
            <p:ph type="body" idx="13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sz="800"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>
            <a:spLocks noGrp="1"/>
          </p:cNvSpPr>
          <p:nvPr>
            <p:ph type="subTitle" idx="14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0" name="Google Shape;280;p17"/>
          <p:cNvSpPr txBox="1">
            <a:spLocks noGrp="1"/>
          </p:cNvSpPr>
          <p:nvPr>
            <p:ph type="subTitle" idx="15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1" name="Google Shape;281;p17"/>
          <p:cNvSpPr txBox="1">
            <a:spLocks noGrp="1"/>
          </p:cNvSpPr>
          <p:nvPr>
            <p:ph type="subTitle" idx="16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2" name="Google Shape;282;p17"/>
          <p:cNvSpPr txBox="1">
            <a:spLocks noGrp="1"/>
          </p:cNvSpPr>
          <p:nvPr>
            <p:ph type="subTitle" idx="17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3" name="Google Shape;283;p17"/>
          <p:cNvSpPr txBox="1">
            <a:spLocks noGrp="1"/>
          </p:cNvSpPr>
          <p:nvPr>
            <p:ph type="subTitle" idx="18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sz="8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4" name="Google Shape;284;p17"/>
          <p:cNvSpPr txBox="1">
            <a:spLocks noGrp="1"/>
          </p:cNvSpPr>
          <p:nvPr>
            <p:ph type="subTitle" idx="19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subTitle" idx="20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lestones">
  <p:cSld name="CUSTOM_4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>
            <a:spLocks noGrp="1"/>
          </p:cNvSpPr>
          <p:nvPr>
            <p:ph type="body" idx="1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90" name="Google Shape;290;p18"/>
          <p:cNvSpPr txBox="1">
            <a:spLocks noGrp="1"/>
          </p:cNvSpPr>
          <p:nvPr>
            <p:ph type="body" idx="2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3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body" idx="4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5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body" idx="6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7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8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297" name="Google Shape;297;p18"/>
          <p:cNvSpPr txBox="1">
            <a:spLocks noGrp="1"/>
          </p:cNvSpPr>
          <p:nvPr>
            <p:ph type="subTitle" idx="9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18"/>
          <p:cNvSpPr txBox="1">
            <a:spLocks noGrp="1"/>
          </p:cNvSpPr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18"/>
          <p:cNvSpPr txBox="1">
            <a:spLocks noGrp="1"/>
          </p:cNvSpPr>
          <p:nvPr>
            <p:ph type="subTitle" idx="13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1" name="Google Shape;301;p18"/>
          <p:cNvSpPr txBox="1">
            <a:spLocks noGrp="1"/>
          </p:cNvSpPr>
          <p:nvPr>
            <p:ph type="subTitle" idx="14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ubTitle" idx="15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subTitle" idx="16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subTitle" idx="17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sz="1200" b="1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8"/>
          <p:cNvSpPr txBox="1">
            <a:spLocks noGrp="1"/>
          </p:cNvSpPr>
          <p:nvPr>
            <p:ph type="subTitle" idx="18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6" name="Google Shape;306;p18"/>
          <p:cNvSpPr txBox="1">
            <a:spLocks noGrp="1"/>
          </p:cNvSpPr>
          <p:nvPr>
            <p:ph type="subTitle" idx="19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7" name="Google Shape;307;p18"/>
          <p:cNvSpPr txBox="1">
            <a:spLocks noGrp="1"/>
          </p:cNvSpPr>
          <p:nvPr>
            <p:ph type="subTitle" idx="20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>
            <a:endParaRPr/>
          </a:p>
        </p:txBody>
      </p:sp>
      <p:sp>
        <p:nvSpPr>
          <p:cNvPr id="308" name="Google Shape;308;p18"/>
          <p:cNvSpPr txBox="1">
            <a:spLocks noGrp="1"/>
          </p:cNvSpPr>
          <p:nvPr>
            <p:ph type="subTitle" idx="21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9" name="Google Shape;309;p18"/>
          <p:cNvSpPr txBox="1">
            <a:spLocks noGrp="1"/>
          </p:cNvSpPr>
          <p:nvPr>
            <p:ph type="subTitle" idx="22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8"/>
          <p:cNvSpPr txBox="1">
            <a:spLocks noGrp="1"/>
          </p:cNvSpPr>
          <p:nvPr>
            <p:ph type="subTitle" idx="23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18"/>
          <p:cNvSpPr txBox="1">
            <a:spLocks noGrp="1"/>
          </p:cNvSpPr>
          <p:nvPr>
            <p:ph type="subTitle" idx="24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18"/>
          <p:cNvSpPr txBox="1">
            <a:spLocks noGrp="1"/>
          </p:cNvSpPr>
          <p:nvPr>
            <p:ph type="subTitle" idx="25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18"/>
          <p:cNvSpPr txBox="1">
            <a:spLocks noGrp="1"/>
          </p:cNvSpPr>
          <p:nvPr>
            <p:ph type="body" idx="26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>
            <a:endParaRPr/>
          </a:p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trics ">
  <p:cSld name="CUSTOM_5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>
            <a:spLocks noGrp="1"/>
          </p:cNvSpPr>
          <p:nvPr>
            <p:ph type="subTitle" idx="1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2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3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endParaRPr/>
          </a:p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>
            <a:spLocks noGrp="1"/>
          </p:cNvSpPr>
          <p:nvPr>
            <p:ph type="subTitle" idx="4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19"/>
          <p:cNvSpPr txBox="1">
            <a:spLocks noGrp="1"/>
          </p:cNvSpPr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19"/>
          <p:cNvSpPr txBox="1">
            <a:spLocks noGrp="1"/>
          </p:cNvSpPr>
          <p:nvPr>
            <p:ph type="subTitle" idx="5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19"/>
          <p:cNvSpPr txBox="1">
            <a:spLocks noGrp="1"/>
          </p:cNvSpPr>
          <p:nvPr>
            <p:ph type="subTitle" idx="6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27" name="Google Shape;327;p19"/>
          <p:cNvSpPr txBox="1">
            <a:spLocks noGrp="1"/>
          </p:cNvSpPr>
          <p:nvPr>
            <p:ph type="title" idx="7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>
            <a:endParaRPr/>
          </a:p>
        </p:txBody>
      </p:sp>
      <p:sp>
        <p:nvSpPr>
          <p:cNvPr id="328" name="Google Shape;328;p19"/>
          <p:cNvSpPr txBox="1">
            <a:spLocks noGrp="1"/>
          </p:cNvSpPr>
          <p:nvPr>
            <p:ph type="title" idx="8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19"/>
          <p:cNvSpPr txBox="1">
            <a:spLocks noGrp="1"/>
          </p:cNvSpPr>
          <p:nvPr>
            <p:ph type="subTitle" idx="9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0" name="Google Shape;330;p19"/>
          <p:cNvSpPr txBox="1">
            <a:spLocks noGrp="1"/>
          </p:cNvSpPr>
          <p:nvPr>
            <p:ph type="subTitle" idx="13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1" name="Google Shape;331;p19"/>
          <p:cNvSpPr txBox="1">
            <a:spLocks noGrp="1"/>
          </p:cNvSpPr>
          <p:nvPr>
            <p:ph type="subTitle" idx="14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332" name="Google Shape;332;p19"/>
          <p:cNvSpPr txBox="1">
            <a:spLocks noGrp="1"/>
          </p:cNvSpPr>
          <p:nvPr>
            <p:ph type="subTitle" idx="15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5" name="Google Shape;335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4" name="Google Shape;344;p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9" name="Google Shape;349;p2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4" name="Google Shape;354;p2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5" name="Google Shape;355;p2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31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p31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31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1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1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9" name="Google Shape;369;p31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32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33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33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33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9" name="Google Shape;379;p33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2" name="Google Shape;382;p34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3" name="Google Shape;383;p34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34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5" name="Google Shape;385;p34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4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" name="Google Shape;387;p34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0" name="Google Shape;390;p35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5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5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3" name="Google Shape;393;p35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35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5" name="Google Shape;395;p35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6" name="Google Shape;396;p35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7" name="Google Shape;397;p35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36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3" name="Google Shape;403;p37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7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8" name="Google Shape;408;p37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1" name="Google Shape;411;p38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4" name="Google Shape;414;p38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38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8" name="Google Shape;418;p38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9" name="Google Shape;419;p38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40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loud.google.com/compute/docs/gpus/gpu-regions-zones" TargetMode="Externa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38" name="Google Shape;438;p41"/>
          <p:cNvGrpSpPr/>
          <p:nvPr/>
        </p:nvGrpSpPr>
        <p:grpSpPr>
          <a:xfrm>
            <a:off x="2830216" y="2072275"/>
            <a:ext cx="233094" cy="233094"/>
            <a:chOff x="259788" y="1923155"/>
            <a:chExt cx="409800" cy="409800"/>
          </a:xfrm>
        </p:grpSpPr>
        <p:sp>
          <p:nvSpPr>
            <p:cNvPr id="439" name="Google Shape;439;p41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40" name="Google Shape;440;p41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41" name="Google Shape;441;p41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41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43" name="Google Shape;443;p41"/>
          <p:cNvSpPr txBox="1">
            <a:spLocks noGrp="1"/>
          </p:cNvSpPr>
          <p:nvPr>
            <p:ph type="title"/>
          </p:nvPr>
        </p:nvSpPr>
        <p:spPr>
          <a:xfrm>
            <a:off x="1627800" y="228600"/>
            <a:ext cx="6658800" cy="74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11-485/685/785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44" name="Google Shape;444;p41"/>
          <p:cNvSpPr txBox="1">
            <a:spLocks noGrp="1"/>
          </p:cNvSpPr>
          <p:nvPr>
            <p:ph type="subTitle" idx="1"/>
          </p:nvPr>
        </p:nvSpPr>
        <p:spPr>
          <a:xfrm>
            <a:off x="2953525" y="972000"/>
            <a:ext cx="4402800" cy="252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Recitation 0.9, Fall 2026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5" name="Google Shape;445;p41"/>
          <p:cNvSpPr txBox="1">
            <a:spLocks noGrp="1"/>
          </p:cNvSpPr>
          <p:nvPr>
            <p:ph type="subTitle" idx="5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Anurag Aryal</a:t>
            </a:r>
            <a:endParaRPr/>
          </a:p>
        </p:txBody>
      </p:sp>
      <p:sp>
        <p:nvSpPr>
          <p:cNvPr id="446" name="Google Shape;446;p41"/>
          <p:cNvSpPr txBox="1">
            <a:spLocks noGrp="1"/>
          </p:cNvSpPr>
          <p:nvPr>
            <p:ph type="subTitle" idx="7"/>
          </p:nvPr>
        </p:nvSpPr>
        <p:spPr>
          <a:xfrm>
            <a:off x="2780216" y="167550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Google Cloud Platform (GCP)</a:t>
            </a:r>
            <a:endParaRPr sz="3800"/>
          </a:p>
        </p:txBody>
      </p:sp>
      <p:sp>
        <p:nvSpPr>
          <p:cNvPr id="447" name="Google Shape;447;p41"/>
          <p:cNvSpPr txBox="1">
            <a:spLocks noGrp="1"/>
          </p:cNvSpPr>
          <p:nvPr>
            <p:ph type="subTitle" idx="8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2"/>
          <p:cNvSpPr/>
          <p:nvPr/>
        </p:nvSpPr>
        <p:spPr>
          <a:xfrm>
            <a:off x="275250" y="1021775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42"/>
          <p:cNvSpPr/>
          <p:nvPr/>
        </p:nvSpPr>
        <p:spPr>
          <a:xfrm>
            <a:off x="275250" y="1699550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42"/>
          <p:cNvSpPr/>
          <p:nvPr/>
        </p:nvSpPr>
        <p:spPr>
          <a:xfrm>
            <a:off x="275250" y="2377350"/>
            <a:ext cx="42966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42"/>
          <p:cNvSpPr/>
          <p:nvPr/>
        </p:nvSpPr>
        <p:spPr>
          <a:xfrm>
            <a:off x="275250" y="3055125"/>
            <a:ext cx="4296900" cy="6057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456" name="Google Shape;456;p42"/>
          <p:cNvGrpSpPr/>
          <p:nvPr/>
        </p:nvGrpSpPr>
        <p:grpSpPr>
          <a:xfrm rot="-5400000">
            <a:off x="4212805" y="1223950"/>
            <a:ext cx="204654" cy="204654"/>
            <a:chOff x="259788" y="1923155"/>
            <a:chExt cx="409800" cy="409800"/>
          </a:xfrm>
        </p:grpSpPr>
        <p:sp>
          <p:nvSpPr>
            <p:cNvPr id="457" name="Google Shape;457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58" name="Google Shape;458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59" name="Google Shape;459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0" name="Google Shape;460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61" name="Google Shape;461;p42"/>
          <p:cNvGrpSpPr/>
          <p:nvPr/>
        </p:nvGrpSpPr>
        <p:grpSpPr>
          <a:xfrm rot="-5400000">
            <a:off x="4212805" y="1901735"/>
            <a:ext cx="204654" cy="204654"/>
            <a:chOff x="259788" y="1923155"/>
            <a:chExt cx="409800" cy="409800"/>
          </a:xfrm>
        </p:grpSpPr>
        <p:sp>
          <p:nvSpPr>
            <p:cNvPr id="462" name="Google Shape;462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3" name="Google Shape;463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4" name="Google Shape;464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5" name="Google Shape;465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66" name="Google Shape;466;p42"/>
          <p:cNvGrpSpPr/>
          <p:nvPr/>
        </p:nvGrpSpPr>
        <p:grpSpPr>
          <a:xfrm rot="-5400000">
            <a:off x="4212805" y="2579520"/>
            <a:ext cx="204654" cy="204654"/>
            <a:chOff x="259788" y="1923155"/>
            <a:chExt cx="409800" cy="409800"/>
          </a:xfrm>
        </p:grpSpPr>
        <p:sp>
          <p:nvSpPr>
            <p:cNvPr id="467" name="Google Shape;467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68" name="Google Shape;468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69" name="Google Shape;469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0" name="Google Shape;470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471" name="Google Shape;471;p42"/>
          <p:cNvGrpSpPr/>
          <p:nvPr/>
        </p:nvGrpSpPr>
        <p:grpSpPr>
          <a:xfrm rot="-5400000">
            <a:off x="4212805" y="3257305"/>
            <a:ext cx="204654" cy="204654"/>
            <a:chOff x="259788" y="1923155"/>
            <a:chExt cx="409800" cy="409800"/>
          </a:xfrm>
        </p:grpSpPr>
        <p:sp>
          <p:nvSpPr>
            <p:cNvPr id="472" name="Google Shape;472;p42"/>
            <p:cNvSpPr/>
            <p:nvPr/>
          </p:nvSpPr>
          <p:spPr>
            <a:xfrm>
              <a:off x="259788" y="1923155"/>
              <a:ext cx="409800" cy="4098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473" name="Google Shape;473;p42"/>
            <p:cNvGrpSpPr/>
            <p:nvPr/>
          </p:nvGrpSpPr>
          <p:grpSpPr>
            <a:xfrm>
              <a:off x="362088" y="2093825"/>
              <a:ext cx="205200" cy="102600"/>
              <a:chOff x="498725" y="2069800"/>
              <a:chExt cx="205200" cy="102600"/>
            </a:xfrm>
          </p:grpSpPr>
          <p:cxnSp>
            <p:nvCxnSpPr>
              <p:cNvPr id="474" name="Google Shape;474;p4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5" name="Google Shape;475;p4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76" name="Google Shape;476;p42"/>
          <p:cNvSpPr txBox="1">
            <a:spLocks noGrp="1"/>
          </p:cNvSpPr>
          <p:nvPr>
            <p:ph type="title"/>
          </p:nvPr>
        </p:nvSpPr>
        <p:spPr>
          <a:xfrm>
            <a:off x="277500" y="2286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477" name="Google Shape;477;p42"/>
          <p:cNvSpPr txBox="1">
            <a:spLocks noGrp="1"/>
          </p:cNvSpPr>
          <p:nvPr>
            <p:ph type="subTitle" idx="4"/>
          </p:nvPr>
        </p:nvSpPr>
        <p:spPr>
          <a:xfrm>
            <a:off x="400875" y="1180325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478" name="Google Shape;478;p42"/>
          <p:cNvSpPr txBox="1">
            <a:spLocks noGrp="1"/>
          </p:cNvSpPr>
          <p:nvPr>
            <p:ph type="subTitle" idx="5"/>
          </p:nvPr>
        </p:nvSpPr>
        <p:spPr>
          <a:xfrm>
            <a:off x="400875" y="1857263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479" name="Google Shape;479;p42"/>
          <p:cNvSpPr txBox="1">
            <a:spLocks noGrp="1"/>
          </p:cNvSpPr>
          <p:nvPr>
            <p:ph type="subTitle" idx="6"/>
          </p:nvPr>
        </p:nvSpPr>
        <p:spPr>
          <a:xfrm>
            <a:off x="400875" y="2534200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480" name="Google Shape;480;p42"/>
          <p:cNvSpPr txBox="1">
            <a:spLocks noGrp="1"/>
          </p:cNvSpPr>
          <p:nvPr>
            <p:ph type="subTitle" idx="7"/>
          </p:nvPr>
        </p:nvSpPr>
        <p:spPr>
          <a:xfrm>
            <a:off x="400875" y="3215481"/>
            <a:ext cx="322500" cy="28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481" name="Google Shape;481;p42"/>
          <p:cNvSpPr txBox="1">
            <a:spLocks noGrp="1"/>
          </p:cNvSpPr>
          <p:nvPr>
            <p:ph type="subTitle" idx="13"/>
          </p:nvPr>
        </p:nvSpPr>
        <p:spPr>
          <a:xfrm>
            <a:off x="723375" y="1180325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GCP Account Setup</a:t>
            </a:r>
            <a:endParaRPr/>
          </a:p>
        </p:txBody>
      </p:sp>
      <p:sp>
        <p:nvSpPr>
          <p:cNvPr id="482" name="Google Shape;482;p42"/>
          <p:cNvSpPr txBox="1">
            <a:spLocks noGrp="1"/>
          </p:cNvSpPr>
          <p:nvPr>
            <p:ph type="subTitle" idx="14"/>
          </p:nvPr>
        </p:nvSpPr>
        <p:spPr>
          <a:xfrm>
            <a:off x="723375" y="1857263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How to request quota increase</a:t>
            </a:r>
            <a:endParaRPr/>
          </a:p>
        </p:txBody>
      </p:sp>
      <p:sp>
        <p:nvSpPr>
          <p:cNvPr id="483" name="Google Shape;483;p42"/>
          <p:cNvSpPr txBox="1">
            <a:spLocks noGrp="1"/>
          </p:cNvSpPr>
          <p:nvPr>
            <p:ph type="subTitle" idx="15"/>
          </p:nvPr>
        </p:nvSpPr>
        <p:spPr>
          <a:xfrm>
            <a:off x="723375" y="2534200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How to create a VM instance</a:t>
            </a:r>
            <a:endParaRPr/>
          </a:p>
        </p:txBody>
      </p:sp>
      <p:sp>
        <p:nvSpPr>
          <p:cNvPr id="484" name="Google Shape;484;p42"/>
          <p:cNvSpPr txBox="1">
            <a:spLocks noGrp="1"/>
          </p:cNvSpPr>
          <p:nvPr>
            <p:ph type="subTitle" idx="16"/>
          </p:nvPr>
        </p:nvSpPr>
        <p:spPr>
          <a:xfrm>
            <a:off x="723375" y="3215481"/>
            <a:ext cx="3267600" cy="288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How to connect to a VM from your device</a:t>
            </a:r>
            <a:endParaRPr/>
          </a:p>
        </p:txBody>
      </p:sp>
      <p:sp>
        <p:nvSpPr>
          <p:cNvPr id="485" name="Google Shape;485;p42"/>
          <p:cNvSpPr txBox="1">
            <a:spLocks noGrp="1"/>
          </p:cNvSpPr>
          <p:nvPr>
            <p:ph type="title"/>
          </p:nvPr>
        </p:nvSpPr>
        <p:spPr>
          <a:xfrm>
            <a:off x="5136600" y="228600"/>
            <a:ext cx="3904500" cy="5373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486" name="Google Shape;486;p42"/>
          <p:cNvSpPr/>
          <p:nvPr/>
        </p:nvSpPr>
        <p:spPr>
          <a:xfrm>
            <a:off x="4779775" y="1049975"/>
            <a:ext cx="4296900" cy="1903200"/>
          </a:xfrm>
          <a:prstGeom prst="roundRect">
            <a:avLst>
              <a:gd name="adj" fmla="val 169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7" name="Google Shape;487;p42"/>
          <p:cNvSpPr txBox="1"/>
          <p:nvPr/>
        </p:nvSpPr>
        <p:spPr>
          <a:xfrm>
            <a:off x="5151525" y="1271425"/>
            <a:ext cx="3359700" cy="14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IDE with SSH support (VS code)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AutoNum type="arabicPeriod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Credit/Debit Card with about 2 USD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3"/>
          <p:cNvSpPr txBox="1"/>
          <p:nvPr/>
        </p:nvSpPr>
        <p:spPr>
          <a:xfrm>
            <a:off x="0" y="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How to create GCP Account</a:t>
            </a:r>
            <a:endParaRPr sz="20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93" name="Google Shape;493;p43"/>
          <p:cNvSpPr txBox="1"/>
          <p:nvPr/>
        </p:nvSpPr>
        <p:spPr>
          <a:xfrm>
            <a:off x="63300" y="9702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AutoNum type="arabicPeriod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Go to </a:t>
            </a:r>
            <a:r>
              <a:rPr lang="en" sz="1000" u="sng">
                <a:solidFill>
                  <a:srgbClr val="6FA8DC"/>
                </a:solidFill>
                <a:latin typeface="Urbanist"/>
                <a:ea typeface="Urbanist"/>
                <a:cs typeface="Urbanist"/>
                <a:sym typeface="Urbani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https://cloud.google.com/</a:t>
            </a:r>
            <a:endParaRPr sz="1000">
              <a:solidFill>
                <a:srgbClr val="6FA8D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AutoNum type="arabicPeriod"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Fill out the Credit card info</a:t>
            </a:r>
            <a:endParaRPr sz="1000"/>
          </a:p>
        </p:txBody>
      </p:sp>
      <p:pic>
        <p:nvPicPr>
          <p:cNvPr id="494" name="Google Shape;494;p43" title="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9174" y="324000"/>
            <a:ext cx="6559324" cy="41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44" descr="A luminous galaxy in space. "/>
          <p:cNvPicPr preferRelativeResize="0"/>
          <p:nvPr/>
        </p:nvPicPr>
        <p:blipFill rotWithShape="1">
          <a:blip r:embed="rId3">
            <a:alphaModFix amt="50000"/>
          </a:blip>
          <a:srcRect t="6840" b="1961"/>
          <a:stretch/>
        </p:blipFill>
        <p:spPr>
          <a:xfrm>
            <a:off x="0" y="-3250"/>
            <a:ext cx="9144003" cy="4686976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4"/>
          <p:cNvSpPr txBox="1">
            <a:spLocks noGrp="1"/>
          </p:cNvSpPr>
          <p:nvPr>
            <p:ph type="title"/>
          </p:nvPr>
        </p:nvSpPr>
        <p:spPr>
          <a:xfrm>
            <a:off x="284700" y="1511975"/>
            <a:ext cx="8574600" cy="111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HOW TO REQUEST QUOTA INCREASE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45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950" y="228600"/>
            <a:ext cx="6720102" cy="4337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46" title="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0710" y="182750"/>
            <a:ext cx="7016489" cy="438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7"/>
          <p:cNvSpPr txBox="1"/>
          <p:nvPr/>
        </p:nvSpPr>
        <p:spPr>
          <a:xfrm>
            <a:off x="3433200" y="228600"/>
            <a:ext cx="23715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SSH SETUP</a:t>
            </a:r>
            <a:endParaRPr sz="2400"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6" name="Google Shape;516;p47"/>
          <p:cNvSpPr txBox="1"/>
          <p:nvPr/>
        </p:nvSpPr>
        <p:spPr>
          <a:xfrm>
            <a:off x="1597200" y="822425"/>
            <a:ext cx="6614700" cy="33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Stands for Secure Shell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Protocol (and a tool) to securely connect to another computer over a network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Char char="●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SSH allows you to: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Log into a remote computer’s terminal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Run commands on that machine as if you are physically there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Transfer files securely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Urbanist"/>
              <a:buAutoNum type="arabicPeriod"/>
            </a:pPr>
            <a:r>
              <a:rPr lang="en" sz="15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Set up port forwarding, tunneling amongst other usecases</a:t>
            </a:r>
            <a:endParaRPr sz="15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8"/>
          <p:cNvSpPr txBox="1"/>
          <p:nvPr/>
        </p:nvSpPr>
        <p:spPr>
          <a:xfrm>
            <a:off x="3433200" y="228600"/>
            <a:ext cx="23715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2" name="Google Shape;522;p48"/>
          <p:cNvSpPr txBox="1"/>
          <p:nvPr/>
        </p:nvSpPr>
        <p:spPr>
          <a:xfrm>
            <a:off x="2121450" y="348725"/>
            <a:ext cx="4807200" cy="3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Move to your local terminal and execute below commands. Remove the comments when pasting. (Powershell for windows, terminal for mac/linux)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• $ cd ~ # Go to your home directory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• $ mkdir .ssh # Create a .ssh folder if you don’t have it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• $ cd .ssh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• $ ssh-keygen -t rsa -b 4096 # This is to create a private key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• $ Enter file to save the key: IDL_GCP # This will create a file IDL_GCP.pub, passphrase isn’t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necessary but you can add it if you want.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• $ cat IDL_GCP.pub # To check contents of the file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Copy the contents and open SSH keys on GCP.</a:t>
            </a:r>
            <a:endParaRPr sz="13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Note your username which can be found between “==” and the “@” in your public key.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49" descr="Oval black shapes against a shadowy background. "/>
          <p:cNvPicPr preferRelativeResize="0"/>
          <p:nvPr/>
        </p:nvPicPr>
        <p:blipFill rotWithShape="1">
          <a:blip r:embed="rId3">
            <a:alphaModFix/>
          </a:blip>
          <a:srcRect l="35228" t="-4323" r="7528" b="50284"/>
          <a:stretch/>
        </p:blipFill>
        <p:spPr>
          <a:xfrm>
            <a:off x="4618950" y="2158000"/>
            <a:ext cx="4298100" cy="2282700"/>
          </a:xfrm>
          <a:prstGeom prst="roundRect">
            <a:avLst>
              <a:gd name="adj" fmla="val 618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28" name="Google Shape;528;p49" descr="The edges of black plates against a black background. "/>
          <p:cNvPicPr preferRelativeResize="0"/>
          <p:nvPr/>
        </p:nvPicPr>
        <p:blipFill rotWithShape="1">
          <a:blip r:embed="rId4">
            <a:alphaModFix/>
          </a:blip>
          <a:srcRect l="19958" t="24539" r="17042" b="2361"/>
          <a:stretch/>
        </p:blipFill>
        <p:spPr>
          <a:xfrm>
            <a:off x="4618950" y="737775"/>
            <a:ext cx="2068800" cy="1350300"/>
          </a:xfrm>
          <a:prstGeom prst="roundRect">
            <a:avLst>
              <a:gd name="adj" fmla="val 880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29" name="Google Shape;529;p49" descr="Faint shadows in near total darkness. "/>
          <p:cNvPicPr preferRelativeResize="0"/>
          <p:nvPr/>
        </p:nvPicPr>
        <p:blipFill rotWithShape="1">
          <a:blip r:embed="rId5">
            <a:alphaModFix/>
          </a:blip>
          <a:srcRect t="35140" r="15297" b="35140"/>
          <a:stretch/>
        </p:blipFill>
        <p:spPr>
          <a:xfrm>
            <a:off x="6752225" y="737775"/>
            <a:ext cx="2164800" cy="1350300"/>
          </a:xfrm>
          <a:prstGeom prst="roundRect">
            <a:avLst>
              <a:gd name="adj" fmla="val 8765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30" name="Google Shape;530;p49"/>
          <p:cNvSpPr txBox="1">
            <a:spLocks noGrp="1"/>
          </p:cNvSpPr>
          <p:nvPr>
            <p:ph type="title"/>
          </p:nvPr>
        </p:nvSpPr>
        <p:spPr>
          <a:xfrm>
            <a:off x="228600" y="689725"/>
            <a:ext cx="38484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CREATING VM INSTANCE</a:t>
            </a:r>
            <a:endParaRPr sz="4700"/>
          </a:p>
        </p:txBody>
      </p:sp>
      <p:sp>
        <p:nvSpPr>
          <p:cNvPr id="531" name="Google Shape;531;p49"/>
          <p:cNvSpPr txBox="1"/>
          <p:nvPr/>
        </p:nvSpPr>
        <p:spPr>
          <a:xfrm>
            <a:off x="228600" y="1395300"/>
            <a:ext cx="4249500" cy="2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</a:rPr>
              <a:t>• You can also check for which GPU regions have what compute available from </a:t>
            </a:r>
            <a:r>
              <a:rPr lang="en" sz="1100" u="sng" dirty="0">
                <a:solidFill>
                  <a:srgbClr val="6D9EEB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https://cloud.google.com/compute/docs/gpus/gpu-regions-zones</a:t>
            </a:r>
            <a:endParaRPr sz="1100" dirty="0">
              <a:solidFill>
                <a:srgbClr val="6D9EE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</a:rPr>
              <a:t>• This would be helpful in your later assignments and projects.</a:t>
            </a:r>
            <a:endParaRPr sz="11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lt1"/>
                </a:solidFill>
              </a:rPr>
              <a:t>• We will be looking into VM instances. These are similar to EC2 instances provided by AWS.</a:t>
            </a:r>
            <a:endParaRPr sz="11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>
          <a:extLst>
            <a:ext uri="{FF2B5EF4-FFF2-40B4-BE49-F238E27FC236}">
              <a16:creationId xmlns:a16="http://schemas.microsoft.com/office/drawing/2014/main" id="{F8BEB29E-F3D6-8C75-CC85-E048A08FA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9" descr="The edges of black plates against a black background. ">
            <a:extLst>
              <a:ext uri="{FF2B5EF4-FFF2-40B4-BE49-F238E27FC236}">
                <a16:creationId xmlns:a16="http://schemas.microsoft.com/office/drawing/2014/main" id="{32125F34-4092-2348-51F8-030CEAD6C8B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958" t="24539" r="17042" b="2361"/>
          <a:stretch/>
        </p:blipFill>
        <p:spPr>
          <a:xfrm>
            <a:off x="4618950" y="737775"/>
            <a:ext cx="2068800" cy="1350300"/>
          </a:xfrm>
          <a:prstGeom prst="roundRect">
            <a:avLst>
              <a:gd name="adj" fmla="val 880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0C8645-D9EC-8BF6-6A67-D21920448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402" y="304504"/>
            <a:ext cx="8391196" cy="374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22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>
          <a:extLst>
            <a:ext uri="{FF2B5EF4-FFF2-40B4-BE49-F238E27FC236}">
              <a16:creationId xmlns:a16="http://schemas.microsoft.com/office/drawing/2014/main" id="{E7F334F8-D193-3578-7DA0-3002EA2E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8">
            <a:extLst>
              <a:ext uri="{FF2B5EF4-FFF2-40B4-BE49-F238E27FC236}">
                <a16:creationId xmlns:a16="http://schemas.microsoft.com/office/drawing/2014/main" id="{B2289969-E9E1-B725-4552-752C82C29BCD}"/>
              </a:ext>
            </a:extLst>
          </p:cNvPr>
          <p:cNvSpPr txBox="1"/>
          <p:nvPr/>
        </p:nvSpPr>
        <p:spPr>
          <a:xfrm>
            <a:off x="3433200" y="228600"/>
            <a:ext cx="23715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2" name="Google Shape;522;p48">
            <a:extLst>
              <a:ext uri="{FF2B5EF4-FFF2-40B4-BE49-F238E27FC236}">
                <a16:creationId xmlns:a16="http://schemas.microsoft.com/office/drawing/2014/main" id="{8907E3B2-28ED-7F90-7880-E126DC09A14D}"/>
              </a:ext>
            </a:extLst>
          </p:cNvPr>
          <p:cNvSpPr txBox="1"/>
          <p:nvPr/>
        </p:nvSpPr>
        <p:spPr>
          <a:xfrm>
            <a:off x="2089349" y="1406249"/>
            <a:ext cx="5607513" cy="2414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</a:rPr>
              <a:t>KEEP AN EYE ON THAT CREDIT BILL</a:t>
            </a:r>
          </a:p>
          <a:p>
            <a:pPr marL="285750" lvl="0" indent="-2857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</a:rPr>
              <a:t>DON’T FORGET TO DELETE YOUR INSTANCE</a:t>
            </a:r>
          </a:p>
          <a:p>
            <a:pPr marL="285750" lvl="0" indent="-2857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lt1"/>
              </a:solidFill>
            </a:endParaRPr>
          </a:p>
          <a:p>
            <a:pPr marL="285750" lvl="0" indent="-2857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lt1"/>
              </a:solidFill>
            </a:endParaRPr>
          </a:p>
          <a:p>
            <a:pPr marL="285750" lvl="0" indent="-2857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lt1"/>
              </a:solidFill>
            </a:endParaRPr>
          </a:p>
          <a:p>
            <a: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lt1"/>
                </a:solidFill>
              </a:rPr>
              <a:t>THANK YOU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274092"/>
      </p:ext>
    </p:extLst>
  </p:cSld>
  <p:clrMapOvr>
    <a:masterClrMapping/>
  </p:clrMapOvr>
</p:sld>
</file>

<file path=ppt/theme/theme1.xml><?xml version="1.0" encoding="utf-8"?>
<a:theme xmlns:a="http://schemas.openxmlformats.org/drawingml/2006/main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373</Words>
  <Application>Microsoft Macintosh PowerPoint</Application>
  <PresentationFormat>On-screen Show (16:9)</PresentationFormat>
  <Paragraphs>57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Urbanist</vt:lpstr>
      <vt:lpstr>Arial</vt:lpstr>
      <vt:lpstr>Urbanist Medium</vt:lpstr>
      <vt:lpstr>Urbanist SemiBold</vt:lpstr>
      <vt:lpstr>Dark Particles</vt:lpstr>
      <vt:lpstr>11-485/685/785  </vt:lpstr>
      <vt:lpstr>Content</vt:lpstr>
      <vt:lpstr>PowerPoint Presentation</vt:lpstr>
      <vt:lpstr>HOW TO REQUEST QUOTA INCREASE</vt:lpstr>
      <vt:lpstr>PowerPoint Presentation</vt:lpstr>
      <vt:lpstr>PowerPoint Presentation</vt:lpstr>
      <vt:lpstr>PowerPoint Presentation</vt:lpstr>
      <vt:lpstr>PowerPoint Presentation</vt:lpstr>
      <vt:lpstr>CREATING VM INSTANCE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Anurag Aryal</cp:lastModifiedBy>
  <cp:revision>4</cp:revision>
  <dcterms:modified xsi:type="dcterms:W3CDTF">2026-07-11T20:46:19Z</dcterms:modified>
</cp:coreProperties>
</file>