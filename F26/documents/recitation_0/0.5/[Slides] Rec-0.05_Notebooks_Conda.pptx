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44">
          <p15:clr>
            <a:srgbClr val="747775"/>
          </p15:clr>
        </p15:guide>
        <p15:guide id="2" pos="5616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orient="horz" pos="3168">
          <p15:clr>
            <a:srgbClr val="747775"/>
          </p15:clr>
        </p15:guide>
        <p15:guide id="5" orient="horz" pos="686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MiIxJqMeU/SVlvUfHbsrZJP+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"/>
        <p:guide pos="5616"/>
        <p:guide pos="432" orient="horz"/>
        <p:guide pos="3168" orient="horz"/>
        <p:guide pos="6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98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e5ba6bc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ee5ba6bc74_0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864543" y="301072"/>
            <a:ext cx="6716554" cy="132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8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31153" y="2271876"/>
            <a:ext cx="4667250" cy="180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64543" y="301072"/>
            <a:ext cx="6716554" cy="132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8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ctrTitle"/>
          </p:nvPr>
        </p:nvSpPr>
        <p:spPr>
          <a:xfrm>
            <a:off x="685800" y="1771650"/>
            <a:ext cx="7772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8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subTitle"/>
          </p:nvPr>
        </p:nvSpPr>
        <p:spPr>
          <a:xfrm>
            <a:off x="1371600" y="3200400"/>
            <a:ext cx="64008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64543" y="301072"/>
            <a:ext cx="6716554" cy="132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2800" u="none" cap="none" strike="noStrike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31153" y="2271876"/>
            <a:ext cx="4667250" cy="180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s://nbisweden.github.io/workshop_omicsint_ISMBECCB/conda_instructions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docs.conda.io/projects/conda/en/stable/user-guide/getting-started.html" TargetMode="External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docs.anaconda.com/miniconda/install/" TargetMode="External"/><Relationship Id="rId11" Type="http://schemas.openxmlformats.org/officeDocument/2006/relationships/hyperlink" Target="https://docs.anaconda.com/miniconda/install/" TargetMode="External"/><Relationship Id="rId10" Type="http://schemas.openxmlformats.org/officeDocument/2006/relationships/hyperlink" Target="https://docs.anaconda.com/miniconda/install/" TargetMode="External"/><Relationship Id="rId9" Type="http://schemas.openxmlformats.org/officeDocument/2006/relationships/hyperlink" Target="https://docs.anaconda.com/miniconda/install/" TargetMode="External"/><Relationship Id="rId5" Type="http://schemas.openxmlformats.org/officeDocument/2006/relationships/hyperlink" Target="https://learn.microsoft.com/en-us/windows/wsl/install" TargetMode="External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1"/>
          <p:cNvGrpSpPr/>
          <p:nvPr/>
        </p:nvGrpSpPr>
        <p:grpSpPr>
          <a:xfrm>
            <a:off x="0" y="0"/>
            <a:ext cx="9144000" cy="5714771"/>
            <a:chOff x="0" y="0"/>
            <a:chExt cx="12192000" cy="6858000"/>
          </a:xfrm>
        </p:grpSpPr>
        <p:pic>
          <p:nvPicPr>
            <p:cNvPr id="37" name="Google Shape;37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6" y="2690078"/>
              <a:ext cx="6879166" cy="21270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1"/>
            <p:cNvSpPr/>
            <p:nvPr/>
          </p:nvSpPr>
          <p:spPr>
            <a:xfrm>
              <a:off x="5464010" y="3008528"/>
              <a:ext cx="847090" cy="1485265"/>
            </a:xfrm>
            <a:custGeom>
              <a:rect b="b" l="l" r="r" t="t"/>
              <a:pathLst>
                <a:path extrusionOk="0" h="1485264" w="847089">
                  <a:moveTo>
                    <a:pt x="45300" y="1470914"/>
                  </a:moveTo>
                  <a:lnTo>
                    <a:pt x="43522" y="1465453"/>
                  </a:lnTo>
                  <a:lnTo>
                    <a:pt x="38671" y="1460982"/>
                  </a:lnTo>
                  <a:lnTo>
                    <a:pt x="31470" y="1457972"/>
                  </a:lnTo>
                  <a:lnTo>
                    <a:pt x="22656" y="1456867"/>
                  </a:lnTo>
                  <a:lnTo>
                    <a:pt x="13830" y="1457972"/>
                  </a:lnTo>
                  <a:lnTo>
                    <a:pt x="6642" y="1460982"/>
                  </a:lnTo>
                  <a:lnTo>
                    <a:pt x="1778" y="1465453"/>
                  </a:lnTo>
                  <a:lnTo>
                    <a:pt x="0" y="1470914"/>
                  </a:lnTo>
                  <a:lnTo>
                    <a:pt x="1778" y="1476387"/>
                  </a:lnTo>
                  <a:lnTo>
                    <a:pt x="6642" y="1480858"/>
                  </a:lnTo>
                  <a:lnTo>
                    <a:pt x="13830" y="1483868"/>
                  </a:lnTo>
                  <a:lnTo>
                    <a:pt x="22656" y="1484972"/>
                  </a:lnTo>
                  <a:lnTo>
                    <a:pt x="31470" y="1483868"/>
                  </a:lnTo>
                  <a:lnTo>
                    <a:pt x="38671" y="1480858"/>
                  </a:lnTo>
                  <a:lnTo>
                    <a:pt x="43522" y="1476387"/>
                  </a:lnTo>
                  <a:lnTo>
                    <a:pt x="45300" y="1470914"/>
                  </a:lnTo>
                  <a:close/>
                </a:path>
                <a:path extrusionOk="0" h="1485264" w="847089">
                  <a:moveTo>
                    <a:pt x="53022" y="14046"/>
                  </a:moveTo>
                  <a:lnTo>
                    <a:pt x="51257" y="8597"/>
                  </a:lnTo>
                  <a:lnTo>
                    <a:pt x="46431" y="4140"/>
                  </a:lnTo>
                  <a:lnTo>
                    <a:pt x="39268" y="1130"/>
                  </a:lnTo>
                  <a:lnTo>
                    <a:pt x="30480" y="0"/>
                  </a:lnTo>
                  <a:lnTo>
                    <a:pt x="21653" y="1079"/>
                  </a:lnTo>
                  <a:lnTo>
                    <a:pt x="14439" y="4076"/>
                  </a:lnTo>
                  <a:lnTo>
                    <a:pt x="9550" y="8521"/>
                  </a:lnTo>
                  <a:lnTo>
                    <a:pt x="7734" y="13982"/>
                  </a:lnTo>
                  <a:lnTo>
                    <a:pt x="9461" y="19456"/>
                  </a:lnTo>
                  <a:lnTo>
                    <a:pt x="14287" y="23939"/>
                  </a:lnTo>
                  <a:lnTo>
                    <a:pt x="21463" y="26974"/>
                  </a:lnTo>
                  <a:lnTo>
                    <a:pt x="30276" y="28105"/>
                  </a:lnTo>
                  <a:lnTo>
                    <a:pt x="39192" y="27000"/>
                  </a:lnTo>
                  <a:lnTo>
                    <a:pt x="46393" y="23990"/>
                  </a:lnTo>
                  <a:lnTo>
                    <a:pt x="51244" y="19519"/>
                  </a:lnTo>
                  <a:lnTo>
                    <a:pt x="53022" y="14046"/>
                  </a:lnTo>
                  <a:close/>
                </a:path>
                <a:path extrusionOk="0" h="1485264" w="847089">
                  <a:moveTo>
                    <a:pt x="309778" y="1470914"/>
                  </a:moveTo>
                  <a:lnTo>
                    <a:pt x="308000" y="1465453"/>
                  </a:lnTo>
                  <a:lnTo>
                    <a:pt x="303149" y="1460982"/>
                  </a:lnTo>
                  <a:lnTo>
                    <a:pt x="295948" y="1457972"/>
                  </a:lnTo>
                  <a:lnTo>
                    <a:pt x="287134" y="1456867"/>
                  </a:lnTo>
                  <a:lnTo>
                    <a:pt x="278307" y="1457972"/>
                  </a:lnTo>
                  <a:lnTo>
                    <a:pt x="271119" y="1460982"/>
                  </a:lnTo>
                  <a:lnTo>
                    <a:pt x="266255" y="1465453"/>
                  </a:lnTo>
                  <a:lnTo>
                    <a:pt x="264477" y="1470914"/>
                  </a:lnTo>
                  <a:lnTo>
                    <a:pt x="266255" y="1476387"/>
                  </a:lnTo>
                  <a:lnTo>
                    <a:pt x="271119" y="1480858"/>
                  </a:lnTo>
                  <a:lnTo>
                    <a:pt x="278307" y="1483868"/>
                  </a:lnTo>
                  <a:lnTo>
                    <a:pt x="287134" y="1484972"/>
                  </a:lnTo>
                  <a:lnTo>
                    <a:pt x="295948" y="1483868"/>
                  </a:lnTo>
                  <a:lnTo>
                    <a:pt x="303149" y="1480858"/>
                  </a:lnTo>
                  <a:lnTo>
                    <a:pt x="308000" y="1476387"/>
                  </a:lnTo>
                  <a:lnTo>
                    <a:pt x="309778" y="1470914"/>
                  </a:lnTo>
                  <a:close/>
                </a:path>
                <a:path extrusionOk="0" h="1485264" w="847089">
                  <a:moveTo>
                    <a:pt x="309778" y="1306868"/>
                  </a:moveTo>
                  <a:lnTo>
                    <a:pt x="308000" y="1301394"/>
                  </a:lnTo>
                  <a:lnTo>
                    <a:pt x="303149" y="1296924"/>
                  </a:lnTo>
                  <a:lnTo>
                    <a:pt x="295948" y="1293914"/>
                  </a:lnTo>
                  <a:lnTo>
                    <a:pt x="287134" y="1292809"/>
                  </a:lnTo>
                  <a:lnTo>
                    <a:pt x="278307" y="1293914"/>
                  </a:lnTo>
                  <a:lnTo>
                    <a:pt x="271119" y="1296924"/>
                  </a:lnTo>
                  <a:lnTo>
                    <a:pt x="266255" y="1301394"/>
                  </a:lnTo>
                  <a:lnTo>
                    <a:pt x="264477" y="1306868"/>
                  </a:lnTo>
                  <a:lnTo>
                    <a:pt x="266255" y="1312329"/>
                  </a:lnTo>
                  <a:lnTo>
                    <a:pt x="271119" y="1316799"/>
                  </a:lnTo>
                  <a:lnTo>
                    <a:pt x="278307" y="1319809"/>
                  </a:lnTo>
                  <a:lnTo>
                    <a:pt x="287134" y="1320914"/>
                  </a:lnTo>
                  <a:lnTo>
                    <a:pt x="295948" y="1319809"/>
                  </a:lnTo>
                  <a:lnTo>
                    <a:pt x="303149" y="1316799"/>
                  </a:lnTo>
                  <a:lnTo>
                    <a:pt x="308000" y="1312329"/>
                  </a:lnTo>
                  <a:lnTo>
                    <a:pt x="309778" y="1306868"/>
                  </a:lnTo>
                  <a:close/>
                </a:path>
                <a:path extrusionOk="0" h="1485264" w="847089">
                  <a:moveTo>
                    <a:pt x="317398" y="178104"/>
                  </a:moveTo>
                  <a:lnTo>
                    <a:pt x="315620" y="172631"/>
                  </a:lnTo>
                  <a:lnTo>
                    <a:pt x="310769" y="168173"/>
                  </a:lnTo>
                  <a:lnTo>
                    <a:pt x="303568" y="165163"/>
                  </a:lnTo>
                  <a:lnTo>
                    <a:pt x="294754" y="164058"/>
                  </a:lnTo>
                  <a:lnTo>
                    <a:pt x="294538" y="164058"/>
                  </a:lnTo>
                  <a:lnTo>
                    <a:pt x="285775" y="165188"/>
                  </a:lnTo>
                  <a:lnTo>
                    <a:pt x="278625" y="168198"/>
                  </a:lnTo>
                  <a:lnTo>
                    <a:pt x="273824" y="172656"/>
                  </a:lnTo>
                  <a:lnTo>
                    <a:pt x="272097" y="178104"/>
                  </a:lnTo>
                  <a:lnTo>
                    <a:pt x="273875" y="183578"/>
                  </a:lnTo>
                  <a:lnTo>
                    <a:pt x="278739" y="188036"/>
                  </a:lnTo>
                  <a:lnTo>
                    <a:pt x="285927" y="191046"/>
                  </a:lnTo>
                  <a:lnTo>
                    <a:pt x="294754" y="192151"/>
                  </a:lnTo>
                  <a:lnTo>
                    <a:pt x="303568" y="191046"/>
                  </a:lnTo>
                  <a:lnTo>
                    <a:pt x="310769" y="188036"/>
                  </a:lnTo>
                  <a:lnTo>
                    <a:pt x="315620" y="183578"/>
                  </a:lnTo>
                  <a:lnTo>
                    <a:pt x="317398" y="178104"/>
                  </a:lnTo>
                  <a:close/>
                </a:path>
                <a:path extrusionOk="0" h="1485264" w="847089">
                  <a:moveTo>
                    <a:pt x="317398" y="14046"/>
                  </a:moveTo>
                  <a:lnTo>
                    <a:pt x="315620" y="8585"/>
                  </a:lnTo>
                  <a:lnTo>
                    <a:pt x="310769" y="4114"/>
                  </a:lnTo>
                  <a:lnTo>
                    <a:pt x="303568" y="1104"/>
                  </a:lnTo>
                  <a:lnTo>
                    <a:pt x="294754" y="0"/>
                  </a:lnTo>
                  <a:lnTo>
                    <a:pt x="294538" y="0"/>
                  </a:lnTo>
                  <a:lnTo>
                    <a:pt x="285775" y="1130"/>
                  </a:lnTo>
                  <a:lnTo>
                    <a:pt x="278625" y="4140"/>
                  </a:lnTo>
                  <a:lnTo>
                    <a:pt x="273824" y="8597"/>
                  </a:lnTo>
                  <a:lnTo>
                    <a:pt x="272097" y="14046"/>
                  </a:lnTo>
                  <a:lnTo>
                    <a:pt x="273875" y="19519"/>
                  </a:lnTo>
                  <a:lnTo>
                    <a:pt x="278739" y="23990"/>
                  </a:lnTo>
                  <a:lnTo>
                    <a:pt x="285927" y="27000"/>
                  </a:lnTo>
                  <a:lnTo>
                    <a:pt x="294754" y="28105"/>
                  </a:lnTo>
                  <a:lnTo>
                    <a:pt x="303568" y="27000"/>
                  </a:lnTo>
                  <a:lnTo>
                    <a:pt x="310769" y="23990"/>
                  </a:lnTo>
                  <a:lnTo>
                    <a:pt x="315620" y="19519"/>
                  </a:lnTo>
                  <a:lnTo>
                    <a:pt x="317398" y="14046"/>
                  </a:lnTo>
                  <a:close/>
                </a:path>
                <a:path extrusionOk="0" h="1485264" w="847089">
                  <a:moveTo>
                    <a:pt x="574255" y="1470914"/>
                  </a:moveTo>
                  <a:lnTo>
                    <a:pt x="572477" y="1465453"/>
                  </a:lnTo>
                  <a:lnTo>
                    <a:pt x="567626" y="1460982"/>
                  </a:lnTo>
                  <a:lnTo>
                    <a:pt x="560425" y="1457972"/>
                  </a:lnTo>
                  <a:lnTo>
                    <a:pt x="551611" y="1456867"/>
                  </a:lnTo>
                  <a:lnTo>
                    <a:pt x="542785" y="1457972"/>
                  </a:lnTo>
                  <a:lnTo>
                    <a:pt x="535597" y="1460982"/>
                  </a:lnTo>
                  <a:lnTo>
                    <a:pt x="530733" y="1465453"/>
                  </a:lnTo>
                  <a:lnTo>
                    <a:pt x="528955" y="1470914"/>
                  </a:lnTo>
                  <a:lnTo>
                    <a:pt x="530733" y="1476387"/>
                  </a:lnTo>
                  <a:lnTo>
                    <a:pt x="535597" y="1480858"/>
                  </a:lnTo>
                  <a:lnTo>
                    <a:pt x="542785" y="1483868"/>
                  </a:lnTo>
                  <a:lnTo>
                    <a:pt x="551611" y="1484972"/>
                  </a:lnTo>
                  <a:lnTo>
                    <a:pt x="560425" y="1483868"/>
                  </a:lnTo>
                  <a:lnTo>
                    <a:pt x="567626" y="1480858"/>
                  </a:lnTo>
                  <a:lnTo>
                    <a:pt x="572477" y="1476387"/>
                  </a:lnTo>
                  <a:lnTo>
                    <a:pt x="574255" y="1470914"/>
                  </a:lnTo>
                  <a:close/>
                </a:path>
                <a:path extrusionOk="0" h="1485264" w="847089">
                  <a:moveTo>
                    <a:pt x="574255" y="1306868"/>
                  </a:moveTo>
                  <a:lnTo>
                    <a:pt x="572477" y="1301394"/>
                  </a:lnTo>
                  <a:lnTo>
                    <a:pt x="567626" y="1296924"/>
                  </a:lnTo>
                  <a:lnTo>
                    <a:pt x="560425" y="1293914"/>
                  </a:lnTo>
                  <a:lnTo>
                    <a:pt x="551611" y="1292809"/>
                  </a:lnTo>
                  <a:lnTo>
                    <a:pt x="542785" y="1293914"/>
                  </a:lnTo>
                  <a:lnTo>
                    <a:pt x="535597" y="1296924"/>
                  </a:lnTo>
                  <a:lnTo>
                    <a:pt x="530733" y="1301394"/>
                  </a:lnTo>
                  <a:lnTo>
                    <a:pt x="528955" y="1306868"/>
                  </a:lnTo>
                  <a:lnTo>
                    <a:pt x="530733" y="1312329"/>
                  </a:lnTo>
                  <a:lnTo>
                    <a:pt x="535597" y="1316799"/>
                  </a:lnTo>
                  <a:lnTo>
                    <a:pt x="542785" y="1319809"/>
                  </a:lnTo>
                  <a:lnTo>
                    <a:pt x="551611" y="1320914"/>
                  </a:lnTo>
                  <a:lnTo>
                    <a:pt x="560425" y="1319809"/>
                  </a:lnTo>
                  <a:lnTo>
                    <a:pt x="567626" y="1316799"/>
                  </a:lnTo>
                  <a:lnTo>
                    <a:pt x="572477" y="1312329"/>
                  </a:lnTo>
                  <a:lnTo>
                    <a:pt x="574255" y="1306868"/>
                  </a:lnTo>
                  <a:close/>
                </a:path>
                <a:path extrusionOk="0" h="1485264" w="847089">
                  <a:moveTo>
                    <a:pt x="574255" y="1142809"/>
                  </a:moveTo>
                  <a:lnTo>
                    <a:pt x="572477" y="1137335"/>
                  </a:lnTo>
                  <a:lnTo>
                    <a:pt x="567626" y="1132878"/>
                  </a:lnTo>
                  <a:lnTo>
                    <a:pt x="560425" y="1129868"/>
                  </a:lnTo>
                  <a:lnTo>
                    <a:pt x="551611" y="1128763"/>
                  </a:lnTo>
                  <a:lnTo>
                    <a:pt x="542785" y="1129868"/>
                  </a:lnTo>
                  <a:lnTo>
                    <a:pt x="535597" y="1132878"/>
                  </a:lnTo>
                  <a:lnTo>
                    <a:pt x="530733" y="1137335"/>
                  </a:lnTo>
                  <a:lnTo>
                    <a:pt x="528955" y="1142809"/>
                  </a:lnTo>
                  <a:lnTo>
                    <a:pt x="530733" y="1148283"/>
                  </a:lnTo>
                  <a:lnTo>
                    <a:pt x="535597" y="1152740"/>
                  </a:lnTo>
                  <a:lnTo>
                    <a:pt x="542785" y="1155750"/>
                  </a:lnTo>
                  <a:lnTo>
                    <a:pt x="551611" y="1156855"/>
                  </a:lnTo>
                  <a:lnTo>
                    <a:pt x="560425" y="1155750"/>
                  </a:lnTo>
                  <a:lnTo>
                    <a:pt x="567626" y="1152740"/>
                  </a:lnTo>
                  <a:lnTo>
                    <a:pt x="572477" y="1148283"/>
                  </a:lnTo>
                  <a:lnTo>
                    <a:pt x="574255" y="1142809"/>
                  </a:lnTo>
                  <a:close/>
                </a:path>
                <a:path extrusionOk="0" h="1485264" w="847089">
                  <a:moveTo>
                    <a:pt x="581875" y="342163"/>
                  </a:moveTo>
                  <a:lnTo>
                    <a:pt x="580097" y="336689"/>
                  </a:lnTo>
                  <a:lnTo>
                    <a:pt x="575246" y="332232"/>
                  </a:lnTo>
                  <a:lnTo>
                    <a:pt x="568045" y="329222"/>
                  </a:lnTo>
                  <a:lnTo>
                    <a:pt x="559231" y="328117"/>
                  </a:lnTo>
                  <a:lnTo>
                    <a:pt x="559015" y="328117"/>
                  </a:lnTo>
                  <a:lnTo>
                    <a:pt x="550252" y="329234"/>
                  </a:lnTo>
                  <a:lnTo>
                    <a:pt x="543102" y="332257"/>
                  </a:lnTo>
                  <a:lnTo>
                    <a:pt x="538302" y="336715"/>
                  </a:lnTo>
                  <a:lnTo>
                    <a:pt x="536575" y="342163"/>
                  </a:lnTo>
                  <a:lnTo>
                    <a:pt x="538353" y="347624"/>
                  </a:lnTo>
                  <a:lnTo>
                    <a:pt x="543217" y="352094"/>
                  </a:lnTo>
                  <a:lnTo>
                    <a:pt x="550418" y="355104"/>
                  </a:lnTo>
                  <a:lnTo>
                    <a:pt x="559231" y="356209"/>
                  </a:lnTo>
                  <a:lnTo>
                    <a:pt x="568045" y="355104"/>
                  </a:lnTo>
                  <a:lnTo>
                    <a:pt x="575246" y="352094"/>
                  </a:lnTo>
                  <a:lnTo>
                    <a:pt x="580097" y="347624"/>
                  </a:lnTo>
                  <a:lnTo>
                    <a:pt x="581875" y="342163"/>
                  </a:lnTo>
                  <a:close/>
                </a:path>
                <a:path extrusionOk="0" h="1485264" w="847089">
                  <a:moveTo>
                    <a:pt x="581875" y="178104"/>
                  </a:moveTo>
                  <a:lnTo>
                    <a:pt x="580097" y="172631"/>
                  </a:lnTo>
                  <a:lnTo>
                    <a:pt x="575246" y="168173"/>
                  </a:lnTo>
                  <a:lnTo>
                    <a:pt x="568045" y="165163"/>
                  </a:lnTo>
                  <a:lnTo>
                    <a:pt x="559231" y="164058"/>
                  </a:lnTo>
                  <a:lnTo>
                    <a:pt x="559015" y="164058"/>
                  </a:lnTo>
                  <a:lnTo>
                    <a:pt x="550252" y="165188"/>
                  </a:lnTo>
                  <a:lnTo>
                    <a:pt x="543102" y="168198"/>
                  </a:lnTo>
                  <a:lnTo>
                    <a:pt x="538302" y="172656"/>
                  </a:lnTo>
                  <a:lnTo>
                    <a:pt x="536575" y="178104"/>
                  </a:lnTo>
                  <a:lnTo>
                    <a:pt x="538353" y="183578"/>
                  </a:lnTo>
                  <a:lnTo>
                    <a:pt x="543217" y="188036"/>
                  </a:lnTo>
                  <a:lnTo>
                    <a:pt x="550418" y="191046"/>
                  </a:lnTo>
                  <a:lnTo>
                    <a:pt x="559231" y="192151"/>
                  </a:lnTo>
                  <a:lnTo>
                    <a:pt x="568045" y="191046"/>
                  </a:lnTo>
                  <a:lnTo>
                    <a:pt x="575246" y="188036"/>
                  </a:lnTo>
                  <a:lnTo>
                    <a:pt x="580097" y="183578"/>
                  </a:lnTo>
                  <a:lnTo>
                    <a:pt x="581875" y="178104"/>
                  </a:lnTo>
                  <a:close/>
                </a:path>
                <a:path extrusionOk="0" h="1485264" w="847089">
                  <a:moveTo>
                    <a:pt x="581875" y="14046"/>
                  </a:moveTo>
                  <a:lnTo>
                    <a:pt x="580097" y="8585"/>
                  </a:lnTo>
                  <a:lnTo>
                    <a:pt x="575246" y="4114"/>
                  </a:lnTo>
                  <a:lnTo>
                    <a:pt x="568045" y="1104"/>
                  </a:lnTo>
                  <a:lnTo>
                    <a:pt x="559231" y="0"/>
                  </a:lnTo>
                  <a:lnTo>
                    <a:pt x="559015" y="0"/>
                  </a:lnTo>
                  <a:lnTo>
                    <a:pt x="550252" y="1130"/>
                  </a:lnTo>
                  <a:lnTo>
                    <a:pt x="543102" y="4140"/>
                  </a:lnTo>
                  <a:lnTo>
                    <a:pt x="538302" y="8597"/>
                  </a:lnTo>
                  <a:lnTo>
                    <a:pt x="536575" y="14046"/>
                  </a:lnTo>
                  <a:lnTo>
                    <a:pt x="538353" y="19519"/>
                  </a:lnTo>
                  <a:lnTo>
                    <a:pt x="543217" y="23990"/>
                  </a:lnTo>
                  <a:lnTo>
                    <a:pt x="550418" y="27000"/>
                  </a:lnTo>
                  <a:lnTo>
                    <a:pt x="559231" y="28105"/>
                  </a:lnTo>
                  <a:lnTo>
                    <a:pt x="568045" y="27000"/>
                  </a:lnTo>
                  <a:lnTo>
                    <a:pt x="575246" y="23990"/>
                  </a:lnTo>
                  <a:lnTo>
                    <a:pt x="580097" y="19519"/>
                  </a:lnTo>
                  <a:lnTo>
                    <a:pt x="581875" y="14046"/>
                  </a:lnTo>
                  <a:close/>
                </a:path>
                <a:path extrusionOk="0" h="1485264" w="847089">
                  <a:moveTo>
                    <a:pt x="838733" y="1470914"/>
                  </a:moveTo>
                  <a:lnTo>
                    <a:pt x="836955" y="1465453"/>
                  </a:lnTo>
                  <a:lnTo>
                    <a:pt x="832104" y="1460982"/>
                  </a:lnTo>
                  <a:lnTo>
                    <a:pt x="824903" y="1457972"/>
                  </a:lnTo>
                  <a:lnTo>
                    <a:pt x="816089" y="1456867"/>
                  </a:lnTo>
                  <a:lnTo>
                    <a:pt x="807275" y="1457972"/>
                  </a:lnTo>
                  <a:lnTo>
                    <a:pt x="800074" y="1460982"/>
                  </a:lnTo>
                  <a:lnTo>
                    <a:pt x="795223" y="1465453"/>
                  </a:lnTo>
                  <a:lnTo>
                    <a:pt x="793432" y="1470914"/>
                  </a:lnTo>
                  <a:lnTo>
                    <a:pt x="795223" y="1476387"/>
                  </a:lnTo>
                  <a:lnTo>
                    <a:pt x="800074" y="1480858"/>
                  </a:lnTo>
                  <a:lnTo>
                    <a:pt x="807275" y="1483868"/>
                  </a:lnTo>
                  <a:lnTo>
                    <a:pt x="816089" y="1484972"/>
                  </a:lnTo>
                  <a:lnTo>
                    <a:pt x="824903" y="1483868"/>
                  </a:lnTo>
                  <a:lnTo>
                    <a:pt x="832104" y="1480858"/>
                  </a:lnTo>
                  <a:lnTo>
                    <a:pt x="836955" y="1476387"/>
                  </a:lnTo>
                  <a:lnTo>
                    <a:pt x="838733" y="1470914"/>
                  </a:lnTo>
                  <a:close/>
                </a:path>
                <a:path extrusionOk="0" h="1485264" w="847089">
                  <a:moveTo>
                    <a:pt x="838733" y="1306868"/>
                  </a:moveTo>
                  <a:lnTo>
                    <a:pt x="836955" y="1301394"/>
                  </a:lnTo>
                  <a:lnTo>
                    <a:pt x="832104" y="1296924"/>
                  </a:lnTo>
                  <a:lnTo>
                    <a:pt x="824903" y="1293914"/>
                  </a:lnTo>
                  <a:lnTo>
                    <a:pt x="816089" y="1292809"/>
                  </a:lnTo>
                  <a:lnTo>
                    <a:pt x="807275" y="1293914"/>
                  </a:lnTo>
                  <a:lnTo>
                    <a:pt x="800074" y="1296924"/>
                  </a:lnTo>
                  <a:lnTo>
                    <a:pt x="795223" y="1301394"/>
                  </a:lnTo>
                  <a:lnTo>
                    <a:pt x="793432" y="1306868"/>
                  </a:lnTo>
                  <a:lnTo>
                    <a:pt x="795223" y="1312329"/>
                  </a:lnTo>
                  <a:lnTo>
                    <a:pt x="800074" y="1316799"/>
                  </a:lnTo>
                  <a:lnTo>
                    <a:pt x="807275" y="1319809"/>
                  </a:lnTo>
                  <a:lnTo>
                    <a:pt x="816089" y="1320914"/>
                  </a:lnTo>
                  <a:lnTo>
                    <a:pt x="824903" y="1319809"/>
                  </a:lnTo>
                  <a:lnTo>
                    <a:pt x="832104" y="1316799"/>
                  </a:lnTo>
                  <a:lnTo>
                    <a:pt x="836955" y="1312329"/>
                  </a:lnTo>
                  <a:lnTo>
                    <a:pt x="838733" y="1306868"/>
                  </a:lnTo>
                  <a:close/>
                </a:path>
                <a:path extrusionOk="0" h="1485264" w="847089">
                  <a:moveTo>
                    <a:pt x="838733" y="1142809"/>
                  </a:moveTo>
                  <a:lnTo>
                    <a:pt x="836955" y="1137335"/>
                  </a:lnTo>
                  <a:lnTo>
                    <a:pt x="832104" y="1132878"/>
                  </a:lnTo>
                  <a:lnTo>
                    <a:pt x="824903" y="1129868"/>
                  </a:lnTo>
                  <a:lnTo>
                    <a:pt x="816089" y="1128763"/>
                  </a:lnTo>
                  <a:lnTo>
                    <a:pt x="807275" y="1129868"/>
                  </a:lnTo>
                  <a:lnTo>
                    <a:pt x="800074" y="1132878"/>
                  </a:lnTo>
                  <a:lnTo>
                    <a:pt x="795223" y="1137335"/>
                  </a:lnTo>
                  <a:lnTo>
                    <a:pt x="793432" y="1142809"/>
                  </a:lnTo>
                  <a:lnTo>
                    <a:pt x="795223" y="1148283"/>
                  </a:lnTo>
                  <a:lnTo>
                    <a:pt x="800074" y="1152740"/>
                  </a:lnTo>
                  <a:lnTo>
                    <a:pt x="807275" y="1155750"/>
                  </a:lnTo>
                  <a:lnTo>
                    <a:pt x="816089" y="1156855"/>
                  </a:lnTo>
                  <a:lnTo>
                    <a:pt x="824903" y="1155750"/>
                  </a:lnTo>
                  <a:lnTo>
                    <a:pt x="832104" y="1152740"/>
                  </a:lnTo>
                  <a:lnTo>
                    <a:pt x="836955" y="1148283"/>
                  </a:lnTo>
                  <a:lnTo>
                    <a:pt x="838733" y="1142809"/>
                  </a:lnTo>
                  <a:close/>
                </a:path>
                <a:path extrusionOk="0" h="1485264" w="847089">
                  <a:moveTo>
                    <a:pt x="838733" y="978750"/>
                  </a:moveTo>
                  <a:lnTo>
                    <a:pt x="836955" y="973289"/>
                  </a:lnTo>
                  <a:lnTo>
                    <a:pt x="832104" y="968819"/>
                  </a:lnTo>
                  <a:lnTo>
                    <a:pt x="824903" y="965809"/>
                  </a:lnTo>
                  <a:lnTo>
                    <a:pt x="816089" y="964704"/>
                  </a:lnTo>
                  <a:lnTo>
                    <a:pt x="807275" y="965809"/>
                  </a:lnTo>
                  <a:lnTo>
                    <a:pt x="800074" y="968819"/>
                  </a:lnTo>
                  <a:lnTo>
                    <a:pt x="795223" y="973289"/>
                  </a:lnTo>
                  <a:lnTo>
                    <a:pt x="793432" y="978750"/>
                  </a:lnTo>
                  <a:lnTo>
                    <a:pt x="795223" y="984224"/>
                  </a:lnTo>
                  <a:lnTo>
                    <a:pt x="800074" y="988682"/>
                  </a:lnTo>
                  <a:lnTo>
                    <a:pt x="807275" y="991692"/>
                  </a:lnTo>
                  <a:lnTo>
                    <a:pt x="816089" y="992797"/>
                  </a:lnTo>
                  <a:lnTo>
                    <a:pt x="824903" y="991692"/>
                  </a:lnTo>
                  <a:lnTo>
                    <a:pt x="832104" y="988682"/>
                  </a:lnTo>
                  <a:lnTo>
                    <a:pt x="836955" y="984224"/>
                  </a:lnTo>
                  <a:lnTo>
                    <a:pt x="838733" y="978750"/>
                  </a:lnTo>
                  <a:close/>
                </a:path>
                <a:path extrusionOk="0" h="1485264" w="847089">
                  <a:moveTo>
                    <a:pt x="846353" y="342163"/>
                  </a:moveTo>
                  <a:lnTo>
                    <a:pt x="844575" y="336689"/>
                  </a:lnTo>
                  <a:lnTo>
                    <a:pt x="839724" y="332232"/>
                  </a:lnTo>
                  <a:lnTo>
                    <a:pt x="832523" y="329222"/>
                  </a:lnTo>
                  <a:lnTo>
                    <a:pt x="823709" y="328117"/>
                  </a:lnTo>
                  <a:lnTo>
                    <a:pt x="823493" y="328117"/>
                  </a:lnTo>
                  <a:lnTo>
                    <a:pt x="814730" y="329234"/>
                  </a:lnTo>
                  <a:lnTo>
                    <a:pt x="807580" y="332257"/>
                  </a:lnTo>
                  <a:lnTo>
                    <a:pt x="802779" y="336715"/>
                  </a:lnTo>
                  <a:lnTo>
                    <a:pt x="801052" y="342163"/>
                  </a:lnTo>
                  <a:lnTo>
                    <a:pt x="802830" y="347624"/>
                  </a:lnTo>
                  <a:lnTo>
                    <a:pt x="807694" y="352094"/>
                  </a:lnTo>
                  <a:lnTo>
                    <a:pt x="814882" y="355104"/>
                  </a:lnTo>
                  <a:lnTo>
                    <a:pt x="823709" y="356209"/>
                  </a:lnTo>
                  <a:lnTo>
                    <a:pt x="832523" y="355104"/>
                  </a:lnTo>
                  <a:lnTo>
                    <a:pt x="839724" y="352094"/>
                  </a:lnTo>
                  <a:lnTo>
                    <a:pt x="844575" y="347624"/>
                  </a:lnTo>
                  <a:lnTo>
                    <a:pt x="846353" y="342163"/>
                  </a:lnTo>
                  <a:close/>
                </a:path>
                <a:path extrusionOk="0" h="1485264" w="847089">
                  <a:moveTo>
                    <a:pt x="846353" y="178104"/>
                  </a:moveTo>
                  <a:lnTo>
                    <a:pt x="844575" y="172631"/>
                  </a:lnTo>
                  <a:lnTo>
                    <a:pt x="839724" y="168173"/>
                  </a:lnTo>
                  <a:lnTo>
                    <a:pt x="832523" y="165163"/>
                  </a:lnTo>
                  <a:lnTo>
                    <a:pt x="823709" y="164058"/>
                  </a:lnTo>
                  <a:lnTo>
                    <a:pt x="823493" y="164058"/>
                  </a:lnTo>
                  <a:lnTo>
                    <a:pt x="814730" y="165188"/>
                  </a:lnTo>
                  <a:lnTo>
                    <a:pt x="807580" y="168198"/>
                  </a:lnTo>
                  <a:lnTo>
                    <a:pt x="802779" y="172656"/>
                  </a:lnTo>
                  <a:lnTo>
                    <a:pt x="801052" y="178104"/>
                  </a:lnTo>
                  <a:lnTo>
                    <a:pt x="802830" y="183578"/>
                  </a:lnTo>
                  <a:lnTo>
                    <a:pt x="807694" y="188036"/>
                  </a:lnTo>
                  <a:lnTo>
                    <a:pt x="814882" y="191046"/>
                  </a:lnTo>
                  <a:lnTo>
                    <a:pt x="823709" y="192151"/>
                  </a:lnTo>
                  <a:lnTo>
                    <a:pt x="832523" y="191046"/>
                  </a:lnTo>
                  <a:lnTo>
                    <a:pt x="839724" y="188036"/>
                  </a:lnTo>
                  <a:lnTo>
                    <a:pt x="844575" y="183578"/>
                  </a:lnTo>
                  <a:lnTo>
                    <a:pt x="846353" y="178104"/>
                  </a:lnTo>
                  <a:close/>
                </a:path>
                <a:path extrusionOk="0" h="1485264" w="847089">
                  <a:moveTo>
                    <a:pt x="846353" y="14046"/>
                  </a:moveTo>
                  <a:lnTo>
                    <a:pt x="844575" y="8585"/>
                  </a:lnTo>
                  <a:lnTo>
                    <a:pt x="839724" y="4114"/>
                  </a:lnTo>
                  <a:lnTo>
                    <a:pt x="832523" y="1104"/>
                  </a:lnTo>
                  <a:lnTo>
                    <a:pt x="823709" y="0"/>
                  </a:lnTo>
                  <a:lnTo>
                    <a:pt x="823493" y="0"/>
                  </a:lnTo>
                  <a:lnTo>
                    <a:pt x="814730" y="1130"/>
                  </a:lnTo>
                  <a:lnTo>
                    <a:pt x="807580" y="4140"/>
                  </a:lnTo>
                  <a:lnTo>
                    <a:pt x="802779" y="8597"/>
                  </a:lnTo>
                  <a:lnTo>
                    <a:pt x="801052" y="14046"/>
                  </a:lnTo>
                  <a:lnTo>
                    <a:pt x="802830" y="19519"/>
                  </a:lnTo>
                  <a:lnTo>
                    <a:pt x="807694" y="23990"/>
                  </a:lnTo>
                  <a:lnTo>
                    <a:pt x="814882" y="27000"/>
                  </a:lnTo>
                  <a:lnTo>
                    <a:pt x="823709" y="28105"/>
                  </a:lnTo>
                  <a:lnTo>
                    <a:pt x="832523" y="27000"/>
                  </a:lnTo>
                  <a:lnTo>
                    <a:pt x="839724" y="23990"/>
                  </a:lnTo>
                  <a:lnTo>
                    <a:pt x="844575" y="19519"/>
                  </a:lnTo>
                  <a:lnTo>
                    <a:pt x="846353" y="14046"/>
                  </a:lnTo>
                  <a:close/>
                </a:path>
                <a:path extrusionOk="0" h="1485264" w="847089">
                  <a:moveTo>
                    <a:pt x="846569" y="506145"/>
                  </a:moveTo>
                  <a:lnTo>
                    <a:pt x="844727" y="500659"/>
                  </a:lnTo>
                  <a:lnTo>
                    <a:pt x="839825" y="496189"/>
                  </a:lnTo>
                  <a:lnTo>
                    <a:pt x="832573" y="493191"/>
                  </a:lnTo>
                  <a:lnTo>
                    <a:pt x="823709" y="492099"/>
                  </a:lnTo>
                  <a:lnTo>
                    <a:pt x="814793" y="493229"/>
                  </a:lnTo>
                  <a:lnTo>
                    <a:pt x="807618" y="496265"/>
                  </a:lnTo>
                  <a:lnTo>
                    <a:pt x="802792" y="500748"/>
                  </a:lnTo>
                  <a:lnTo>
                    <a:pt x="801052" y="506222"/>
                  </a:lnTo>
                  <a:lnTo>
                    <a:pt x="802894" y="511771"/>
                  </a:lnTo>
                  <a:lnTo>
                    <a:pt x="807796" y="516242"/>
                  </a:lnTo>
                  <a:lnTo>
                    <a:pt x="815060" y="519239"/>
                  </a:lnTo>
                  <a:lnTo>
                    <a:pt x="823912" y="520331"/>
                  </a:lnTo>
                  <a:lnTo>
                    <a:pt x="832764" y="519188"/>
                  </a:lnTo>
                  <a:lnTo>
                    <a:pt x="839965" y="516153"/>
                  </a:lnTo>
                  <a:lnTo>
                    <a:pt x="844816" y="511644"/>
                  </a:lnTo>
                  <a:lnTo>
                    <a:pt x="846569" y="5061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1"/>
          <p:cNvSpPr txBox="1"/>
          <p:nvPr/>
        </p:nvSpPr>
        <p:spPr>
          <a:xfrm>
            <a:off x="54749" y="2259917"/>
            <a:ext cx="47055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Recitation 0.5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11-785 Introduction to Deep Learning </a:t>
            </a:r>
            <a:r>
              <a:rPr b="1" lang="en" sz="2400">
                <a:solidFill>
                  <a:srgbClr val="FFFFFF"/>
                </a:solidFill>
              </a:rPr>
              <a:t>Fall</a:t>
            </a: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72500" y="4863672"/>
            <a:ext cx="51186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</a:rPr>
              <a:t>Nayesha Gandotra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Slides from many of the great TAs before me!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"/>
          <p:cNvGrpSpPr/>
          <p:nvPr/>
        </p:nvGrpSpPr>
        <p:grpSpPr>
          <a:xfrm>
            <a:off x="4119925" y="857250"/>
            <a:ext cx="4430554" cy="4000500"/>
            <a:chOff x="4143375" y="863600"/>
            <a:chExt cx="4430554" cy="4000500"/>
          </a:xfrm>
        </p:grpSpPr>
        <p:pic>
          <p:nvPicPr>
            <p:cNvPr id="47" name="Google Shape;4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43375" y="863600"/>
              <a:ext cx="4430554" cy="400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48;p2"/>
            <p:cNvSpPr txBox="1"/>
            <p:nvPr/>
          </p:nvSpPr>
          <p:spPr>
            <a:xfrm>
              <a:off x="4508888" y="1150550"/>
              <a:ext cx="3700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92100" lvl="0" marL="304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Why do we need Conda?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" name="Google Shape;49;p2"/>
            <p:cNvSpPr txBox="1"/>
            <p:nvPr/>
          </p:nvSpPr>
          <p:spPr>
            <a:xfrm>
              <a:off x="4508893" y="1658550"/>
              <a:ext cx="3700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92100" lvl="0" marL="304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What is Conda?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4508877" y="2166550"/>
              <a:ext cx="3700200" cy="5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92100" lvl="0" marL="304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Installing conda on Mac, Linux and Windows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1" name="Google Shape;51;p2"/>
            <p:cNvSpPr txBox="1"/>
            <p:nvPr/>
          </p:nvSpPr>
          <p:spPr>
            <a:xfrm>
              <a:off x="4520325" y="2928550"/>
              <a:ext cx="3700200" cy="5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79400" lvl="0" marL="292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Creating &amp; Activating conda environments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2" name="Google Shape;52;p2"/>
            <p:cNvSpPr txBox="1"/>
            <p:nvPr/>
          </p:nvSpPr>
          <p:spPr>
            <a:xfrm>
              <a:off x="4520325" y="3690550"/>
              <a:ext cx="37002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79400" lvl="0" marL="292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Basic conda commands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9400" lvl="0" marL="292100" marR="0" rtl="0" algn="l">
                <a:lnSpc>
                  <a:spcPct val="100000"/>
                </a:lnSpc>
                <a:spcBef>
                  <a:spcPts val="19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Notebooks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3" name="Google Shape;53;p2"/>
          <p:cNvSpPr txBox="1"/>
          <p:nvPr/>
        </p:nvSpPr>
        <p:spPr>
          <a:xfrm>
            <a:off x="662699" y="1956550"/>
            <a:ext cx="25974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  <a:t>Notebooks </a:t>
            </a:r>
            <a:b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b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  <a:t>Conda Environments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5ba6bc74_0_0"/>
          <p:cNvSpPr txBox="1"/>
          <p:nvPr>
            <p:ph type="title"/>
          </p:nvPr>
        </p:nvSpPr>
        <p:spPr>
          <a:xfrm>
            <a:off x="431148" y="693850"/>
            <a:ext cx="5755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Why do we need Conda?</a:t>
            </a:r>
            <a:endParaRPr/>
          </a:p>
        </p:txBody>
      </p:sp>
      <p:pic>
        <p:nvPicPr>
          <p:cNvPr id="59" name="Google Shape;59;g3ee5ba6bc7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ee5ba6bc7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87250"/>
            <a:ext cx="8029573" cy="413376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ee5ba6bc74_0_0"/>
          <p:cNvSpPr txBox="1"/>
          <p:nvPr/>
        </p:nvSpPr>
        <p:spPr>
          <a:xfrm>
            <a:off x="156925" y="5414739"/>
            <a:ext cx="798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Image from </a:t>
            </a:r>
            <a:r>
              <a:rPr lang="en" sz="1200" u="sng">
                <a:solidFill>
                  <a:srgbClr val="66666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https://nbisweden.github.io/workshop_omicsint_ISMBECCB/conda_instructions.html</a:t>
            </a:r>
            <a:r>
              <a:rPr lang="en" sz="1200">
                <a:solidFill>
                  <a:srgbClr val="666666"/>
                </a:solidFill>
              </a:rPr>
              <a:t> 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62" name="Google Shape;62;g3ee5ba6bc74_0_0"/>
          <p:cNvSpPr txBox="1"/>
          <p:nvPr/>
        </p:nvSpPr>
        <p:spPr>
          <a:xfrm>
            <a:off x="1213050" y="3501850"/>
            <a:ext cx="924600" cy="4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Run HW1P1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3" name="Google Shape;63;g3ee5ba6bc74_0_0"/>
          <p:cNvSpPr txBox="1"/>
          <p:nvPr/>
        </p:nvSpPr>
        <p:spPr>
          <a:xfrm>
            <a:off x="2895050" y="3501850"/>
            <a:ext cx="924600" cy="4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Run HW1P1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4" name="Google Shape;64;g3ee5ba6bc74_0_0"/>
          <p:cNvSpPr txBox="1"/>
          <p:nvPr/>
        </p:nvSpPr>
        <p:spPr>
          <a:xfrm>
            <a:off x="5577175" y="3501850"/>
            <a:ext cx="924600" cy="4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Run HW1P1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5" name="Google Shape;65;g3ee5ba6bc74_0_0"/>
          <p:cNvSpPr txBox="1"/>
          <p:nvPr/>
        </p:nvSpPr>
        <p:spPr>
          <a:xfrm>
            <a:off x="7257375" y="3501850"/>
            <a:ext cx="809700" cy="4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Run HW1P1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431148" y="693850"/>
            <a:ext cx="5755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Why do we need Conda?</a:t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>
            <p:ph idx="1" type="body"/>
          </p:nvPr>
        </p:nvSpPr>
        <p:spPr>
          <a:xfrm>
            <a:off x="431148" y="1314232"/>
            <a:ext cx="7575900" cy="4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chemeClr val="dk1"/>
                </a:solidFill>
              </a:rPr>
              <a:t>Packages</a:t>
            </a:r>
            <a:r>
              <a:rPr lang="en" sz="1800">
                <a:solidFill>
                  <a:schemeClr val="dk1"/>
                </a:solidFill>
              </a:rPr>
              <a:t> are reusable code modules (e.g., numpy, Pytorch).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/>
              <a:t>Common Problems: </a:t>
            </a:r>
            <a:endParaRPr sz="1800"/>
          </a:p>
          <a:p>
            <a:pPr indent="-342900" lvl="0" marL="3873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Conflicting Library Versions: 	</a:t>
            </a:r>
            <a:endParaRPr/>
          </a:p>
          <a:p>
            <a:pPr indent="-342900" lvl="1" marL="8445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Project A needs numpy 1.26 </a:t>
            </a:r>
            <a:endParaRPr/>
          </a:p>
          <a:p>
            <a:pPr indent="-342900" lvl="1" marL="8445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Project B only works with 1.21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3873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“Works on My Machine” Syndrome</a:t>
            </a:r>
            <a:endParaRPr/>
          </a:p>
          <a:p>
            <a:pPr indent="-342900" lvl="0" marL="3873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Reproducibility of Research Experiments</a:t>
            </a:r>
            <a:endParaRPr/>
          </a:p>
          <a:p>
            <a:pPr indent="0" lvl="0" marL="444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000"/>
          </a:p>
          <a:p>
            <a:pPr indent="0" lvl="0" marL="444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None/>
            </a:pPr>
            <a:r>
              <a:rPr b="1" lang="en" sz="1800"/>
              <a:t>Environments</a:t>
            </a:r>
            <a:r>
              <a:rPr lang="en" sz="1800"/>
              <a:t> are isolated mini-systems, each containing its own specific Python version and packages.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59993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>
            <p:ph type="title"/>
          </p:nvPr>
        </p:nvSpPr>
        <p:spPr>
          <a:xfrm>
            <a:off x="85467" y="378567"/>
            <a:ext cx="3429000" cy="42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700">
                <a:solidFill>
                  <a:srgbClr val="FFFFFF"/>
                </a:solidFill>
              </a:rPr>
              <a:t>What is Conda ?</a:t>
            </a:r>
            <a:endParaRPr sz="2700"/>
          </a:p>
        </p:txBody>
      </p:sp>
      <p:sp>
        <p:nvSpPr>
          <p:cNvPr id="79" name="Google Shape;79;p4"/>
          <p:cNvSpPr txBox="1"/>
          <p:nvPr/>
        </p:nvSpPr>
        <p:spPr>
          <a:xfrm>
            <a:off x="101943" y="1083744"/>
            <a:ext cx="34290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75">
            <a:spAutoFit/>
          </a:bodyPr>
          <a:lstStyle/>
          <a:p>
            <a:pPr indent="0" lvl="0" marL="12700" marR="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Conda is an open-source, cross-platform package management and environment management tool used in ML, DL, and software development.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3871938" y="935464"/>
            <a:ext cx="5093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4002333" y="1288922"/>
            <a:ext cx="5056200" cy="2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00">
            <a:spAutoFit/>
          </a:bodyPr>
          <a:lstStyle/>
          <a:p>
            <a:pPr indent="-3175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Package Management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30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 Management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30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 Package Support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30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Cross-Platform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Getting started with conda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600" y="3295175"/>
            <a:ext cx="3642451" cy="2448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85575" y="301075"/>
            <a:ext cx="7909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Installing Conda on Windows, Mac and Linux</a:t>
            </a:r>
            <a:endParaRPr/>
          </a:p>
        </p:txBody>
      </p:sp>
      <p:pic>
        <p:nvPicPr>
          <p:cNvPr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/>
          <p:nvPr/>
        </p:nvSpPr>
        <p:spPr>
          <a:xfrm>
            <a:off x="385570" y="4544200"/>
            <a:ext cx="2890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-298450" lvl="0" marL="304800" marR="0" rtl="0" algn="l">
              <a:lnSpc>
                <a:spcPct val="1192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Installing conda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04800" marR="0" rtl="0" algn="l">
              <a:lnSpc>
                <a:spcPct val="1192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wsl on windows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6">
            <a:alphaModFix/>
          </a:blip>
          <a:srcRect b="0" l="0" r="16198" t="0"/>
          <a:stretch/>
        </p:blipFill>
        <p:spPr>
          <a:xfrm>
            <a:off x="667138" y="1512550"/>
            <a:ext cx="1831875" cy="5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8535" y="1192393"/>
            <a:ext cx="1493984" cy="140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589" y="1313540"/>
            <a:ext cx="695347" cy="12235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/>
        </p:nvSpPr>
        <p:spPr>
          <a:xfrm>
            <a:off x="980303" y="3146511"/>
            <a:ext cx="973278" cy="240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Windows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3945026" y="3146500"/>
            <a:ext cx="7410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Mac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6732569" y="3146500"/>
            <a:ext cx="695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Linux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31148" y="693850"/>
            <a:ext cx="39618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Creating &amp; Activating Environment</a:t>
            </a:r>
            <a:endParaRPr/>
          </a:p>
        </p:txBody>
      </p:sp>
      <p:pic>
        <p:nvPicPr>
          <p:cNvPr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31150" y="1759075"/>
            <a:ext cx="5682600" cy="3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Create: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"/>
              <a:t>conda create -n IDL_S26 python=3.9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Activate: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"/>
              <a:t>conda activate IDL_S26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Delete:</a:t>
            </a:r>
            <a:endParaRPr>
              <a:solidFill>
                <a:schemeClr val="dk1"/>
              </a:solidFill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conda env list</a:t>
            </a:r>
            <a:endParaRPr>
              <a:solidFill>
                <a:schemeClr val="dk1"/>
              </a:solidFill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conda deactivate</a:t>
            </a:r>
            <a:endParaRPr>
              <a:solidFill>
                <a:schemeClr val="dk1"/>
              </a:solidFill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conda remove -n IDL_F26 --all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680318" y="293272"/>
            <a:ext cx="67167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075">
            <a:spAutoFit/>
          </a:bodyPr>
          <a:lstStyle/>
          <a:p>
            <a:pPr indent="0" lvl="0" marL="2527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Notebook</a:t>
            </a:r>
            <a:endParaRPr/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1135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50" y="2356714"/>
            <a:ext cx="2240950" cy="8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7"/>
          <p:cNvPicPr preferRelativeResize="0"/>
          <p:nvPr/>
        </p:nvPicPr>
        <p:blipFill rotWithShape="1">
          <a:blip r:embed="rId5">
            <a:alphaModFix/>
          </a:blip>
          <a:srcRect b="19811" l="0" r="0" t="18849"/>
          <a:stretch/>
        </p:blipFill>
        <p:spPr>
          <a:xfrm>
            <a:off x="3900588" y="2356713"/>
            <a:ext cx="1342832" cy="8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/>
        </p:nvSpPr>
        <p:spPr>
          <a:xfrm>
            <a:off x="1242386" y="3576126"/>
            <a:ext cx="695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4023613" y="3576138"/>
            <a:ext cx="1219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6770295" y="3576138"/>
            <a:ext cx="871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Jupyter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1906" y="2356711"/>
            <a:ext cx="707982" cy="8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/>
        </p:nvSpPr>
        <p:spPr>
          <a:xfrm>
            <a:off x="877463" y="4721959"/>
            <a:ext cx="6437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watching recitations for more content…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341870" y="1161383"/>
            <a:ext cx="769002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interactive documents that let you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and run code in small chunks (cells)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while mixing it with text, images, and visualizations in the same file.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Popular Notebook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2203200" y="2406150"/>
            <a:ext cx="47376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5800">
                <a:solidFill>
                  <a:srgbClr val="4F5BD4"/>
                </a:solidFill>
              </a:rPr>
              <a:t>Thank You!</a:t>
            </a:r>
            <a:endParaRPr sz="5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</cp:coreProperties>
</file>