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7" r:id="rId11"/>
    <p:sldId id="268" r:id="rId12"/>
  </p:sldIdLst>
  <p:sldSz cx="11430000" cy="9029700"/>
  <p:notesSz cx="6858000" cy="9144000"/>
  <p:embeddedFontLst>
    <p:embeddedFont>
      <p:font typeface="Bricolage Grotesque" panose="020B0605040402000204" pitchFamily="34" charset="0"/>
      <p:bold r:id="rId14"/>
    </p:embeddedFont>
    <p:embeddedFont>
      <p:font typeface="Bricolage Grotesque SemiBold" panose="020B0605040402000204" pitchFamily="34" charset="0"/>
      <p:regular r:id="rId15"/>
      <p:bold r:id="rId16"/>
    </p:embeddedFont>
    <p:embeddedFont>
      <p:font typeface="Inter" panose="02000503000000020004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5PX7VXHNVqT6sF58X9R9VzAjD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1" d="100"/>
          <a:sy n="91" d="100"/>
        </p:scale>
        <p:origin x="17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f04963c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f04963c0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685800"/>
            <a:ext cx="4340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685800"/>
            <a:ext cx="4340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685800"/>
            <a:ext cx="4340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685800"/>
            <a:ext cx="4340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685800"/>
            <a:ext cx="4340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6f04963c0_7_0)">
  <p:cSld name="Generated (g3f6f04963c0_7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2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6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1301906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5240000" h="8585200" extrusionOk="0">
                <a:moveTo>
                  <a:pt x="0" y="0"/>
                </a:moveTo>
                <a:lnTo>
                  <a:pt x="15240000" y="0"/>
                </a:lnTo>
                <a:lnTo>
                  <a:pt x="15240000" y="8585200"/>
                </a:lnTo>
                <a:lnTo>
                  <a:pt x="0" y="858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" b="-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"/>
          <p:cNvSpPr/>
          <p:nvPr/>
        </p:nvSpPr>
        <p:spPr>
          <a:xfrm>
            <a:off x="0" y="1301906"/>
            <a:ext cx="11430000" cy="6438614"/>
          </a:xfrm>
          <a:custGeom>
            <a:avLst/>
            <a:gdLst/>
            <a:ahLst/>
            <a:cxnLst/>
            <a:rect l="l" t="t" r="r" b="b"/>
            <a:pathLst>
              <a:path w="15240000" h="8584819" extrusionOk="0">
                <a:moveTo>
                  <a:pt x="0" y="0"/>
                </a:moveTo>
                <a:lnTo>
                  <a:pt x="15240000" y="0"/>
                </a:lnTo>
                <a:lnTo>
                  <a:pt x="15240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Google Shape;87;p1"/>
          <p:cNvSpPr/>
          <p:nvPr/>
        </p:nvSpPr>
        <p:spPr>
          <a:xfrm>
            <a:off x="7" y="-82950"/>
            <a:ext cx="11430000" cy="9030557"/>
          </a:xfrm>
          <a:custGeom>
            <a:avLst/>
            <a:gdLst/>
            <a:ahLst/>
            <a:cxnLst/>
            <a:rect l="l" t="t" r="r" b="b"/>
            <a:pathLst>
              <a:path w="11430000" h="6438900" extrusionOk="0">
                <a:moveTo>
                  <a:pt x="0" y="6438900"/>
                </a:moveTo>
                <a:lnTo>
                  <a:pt x="11430000" y="6438900"/>
                </a:lnTo>
                <a:lnTo>
                  <a:pt x="1143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9804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Google Shape;88;p1"/>
          <p:cNvSpPr/>
          <p:nvPr/>
        </p:nvSpPr>
        <p:spPr>
          <a:xfrm>
            <a:off x="7143750" y="1301906"/>
            <a:ext cx="4286250" cy="6438614"/>
          </a:xfrm>
          <a:custGeom>
            <a:avLst/>
            <a:gdLst/>
            <a:ahLst/>
            <a:cxnLst/>
            <a:rect l="l" t="t" r="r" b="b"/>
            <a:pathLst>
              <a:path w="5715000" h="8584819" extrusionOk="0">
                <a:moveTo>
                  <a:pt x="0" y="0"/>
                </a:moveTo>
                <a:lnTo>
                  <a:pt x="5715000" y="0"/>
                </a:lnTo>
                <a:lnTo>
                  <a:pt x="5715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1" t="-3" r="-7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"/>
          <p:cNvSpPr/>
          <p:nvPr/>
        </p:nvSpPr>
        <p:spPr>
          <a:xfrm>
            <a:off x="9580245" y="7227722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"/>
          <p:cNvSpPr txBox="1"/>
          <p:nvPr/>
        </p:nvSpPr>
        <p:spPr>
          <a:xfrm>
            <a:off x="542988" y="2394632"/>
            <a:ext cx="59946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Flow of the Project: Your Guide for the 11-785 Final Project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44175" y="4731448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00075" y="4731448"/>
            <a:ext cx="55407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This guide provides a comprehensive framework for structuring,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executing, and excelling in your Intro to Deep Learning course project.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43982" y="6033363"/>
            <a:ext cx="57927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Presented by: </a:t>
            </a: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Uwimana Lowami and Hunter Lin</a:t>
            </a:r>
            <a:endParaRPr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11-785 Intro to Deep Learning | Fall 2026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43920" y="7227732"/>
            <a:ext cx="4131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C2926"/>
                </a:solidFill>
                <a:latin typeface="Arial"/>
                <a:ea typeface="Arial"/>
                <a:cs typeface="Arial"/>
                <a:sym typeface="Arial"/>
              </a:rPr>
              <a:t>Material adopted from Rec. 0.28, Spring 2026 by Ahmed Issah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g3f6f04963c0_0_94"/>
          <p:cNvGrpSpPr/>
          <p:nvPr/>
        </p:nvGrpSpPr>
        <p:grpSpPr>
          <a:xfrm>
            <a:off x="952500" y="952500"/>
            <a:ext cx="3027998" cy="1482042"/>
            <a:chOff x="0" y="0"/>
            <a:chExt cx="9525000" cy="2190750"/>
          </a:xfrm>
        </p:grpSpPr>
        <p:sp>
          <p:nvSpPr>
            <p:cNvPr id="100" name="Google Shape;100;g3f6f04963c0_0_94"/>
            <p:cNvSpPr txBox="1"/>
            <p:nvPr/>
          </p:nvSpPr>
          <p:spPr>
            <a:xfrm>
              <a:off x="0" y="0"/>
              <a:ext cx="95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DFAB58"/>
                  </a:solidFill>
                  <a:latin typeface="Inter"/>
                  <a:ea typeface="Inter"/>
                  <a:cs typeface="Inter"/>
                  <a:sym typeface="Inter"/>
                </a:rPr>
                <a:t>PROJECT PURPOSE</a:t>
              </a:r>
              <a:endParaRPr sz="1050" b="1">
                <a:solidFill>
                  <a:srgbClr val="DFAB5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" name="Google Shape;101;g3f6f04963c0_0_94"/>
            <p:cNvSpPr txBox="1"/>
            <p:nvPr/>
          </p:nvSpPr>
          <p:spPr>
            <a:xfrm>
              <a:off x="0" y="381000"/>
              <a:ext cx="952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2C2926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Long live the explorer</a:t>
              </a:r>
              <a:endParaRPr sz="3600" b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102" name="Google Shape;102;g3f6f04963c0_0_94"/>
            <p:cNvSpPr txBox="1"/>
            <p:nvPr/>
          </p:nvSpPr>
          <p:spPr>
            <a:xfrm>
              <a:off x="0" y="1428750"/>
              <a:ext cx="952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>
                <a:solidFill>
                  <a:srgbClr val="55524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03" name="Google Shape;103;g3f6f04963c0_0_94" descr="Cartoon cat peeks through a partially open door labeled with machine learning terms."/>
          <p:cNvPicPr preferRelativeResize="0"/>
          <p:nvPr/>
        </p:nvPicPr>
        <p:blipFill rotWithShape="1">
          <a:blip r:embed="rId3">
            <a:alphaModFix/>
          </a:blip>
          <a:srcRect l="4396" r="4396"/>
          <a:stretch/>
        </p:blipFill>
        <p:spPr>
          <a:xfrm>
            <a:off x="4399900" y="1278150"/>
            <a:ext cx="7030099" cy="64733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6f04963c0_0_94"/>
          <p:cNvSpPr txBox="1"/>
          <p:nvPr/>
        </p:nvSpPr>
        <p:spPr>
          <a:xfrm>
            <a:off x="952500" y="2833850"/>
            <a:ext cx="2783100" cy="4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5524F"/>
                </a:solidFill>
                <a:latin typeface="Inter"/>
                <a:ea typeface="Inter"/>
                <a:cs typeface="Inter"/>
                <a:sym typeface="Inter"/>
              </a:rPr>
              <a:t>The final project is your chance to explore a topic of your interest that we do not cover in the class.</a:t>
            </a:r>
            <a:endParaRPr sz="1600">
              <a:solidFill>
                <a:srgbClr val="55524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55524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5524F"/>
                </a:solidFill>
                <a:latin typeface="Inter"/>
                <a:ea typeface="Inter"/>
                <a:cs typeface="Inter"/>
                <a:sym typeface="Inter"/>
              </a:rPr>
              <a:t>A new method to do deep learning, an application to a certain problem, or any other wild idea - the choice is yours. You’re </a:t>
            </a:r>
            <a:r>
              <a:rPr lang="en-US" sz="1600" b="1">
                <a:solidFill>
                  <a:srgbClr val="55524F"/>
                </a:solidFill>
                <a:latin typeface="Inter"/>
                <a:ea typeface="Inter"/>
                <a:cs typeface="Inter"/>
                <a:sym typeface="Inter"/>
              </a:rPr>
              <a:t>the explorer!</a:t>
            </a:r>
            <a:endParaRPr sz="1600" b="1">
              <a:solidFill>
                <a:srgbClr val="55524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0" y="1073306"/>
            <a:ext cx="11430000" cy="6896100"/>
          </a:xfrm>
          <a:custGeom>
            <a:avLst/>
            <a:gdLst/>
            <a:ahLst/>
            <a:cxnLst/>
            <a:rect l="l" t="t" r="r" b="b"/>
            <a:pathLst>
              <a:path w="15240000" h="9194800" extrusionOk="0">
                <a:moveTo>
                  <a:pt x="0" y="0"/>
                </a:moveTo>
                <a:lnTo>
                  <a:pt x="15240000" y="0"/>
                </a:lnTo>
                <a:lnTo>
                  <a:pt x="15240000" y="9194800"/>
                </a:lnTo>
                <a:lnTo>
                  <a:pt x="0" y="919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" b="-1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2"/>
          <p:cNvSpPr/>
          <p:nvPr/>
        </p:nvSpPr>
        <p:spPr>
          <a:xfrm>
            <a:off x="0" y="1073306"/>
            <a:ext cx="11430000" cy="6895814"/>
          </a:xfrm>
          <a:custGeom>
            <a:avLst/>
            <a:gdLst/>
            <a:ahLst/>
            <a:cxnLst/>
            <a:rect l="l" t="t" r="r" b="b"/>
            <a:pathLst>
              <a:path w="15240000" h="9194419" extrusionOk="0">
                <a:moveTo>
                  <a:pt x="0" y="0"/>
                </a:moveTo>
                <a:lnTo>
                  <a:pt x="15240000" y="0"/>
                </a:lnTo>
                <a:lnTo>
                  <a:pt x="15240000" y="9194419"/>
                </a:lnTo>
                <a:lnTo>
                  <a:pt x="0" y="9194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2"/>
          <p:cNvSpPr/>
          <p:nvPr/>
        </p:nvSpPr>
        <p:spPr>
          <a:xfrm>
            <a:off x="-63500" y="0"/>
            <a:ext cx="11556997" cy="9024680"/>
          </a:xfrm>
          <a:custGeom>
            <a:avLst/>
            <a:gdLst/>
            <a:ahLst/>
            <a:cxnLst/>
            <a:rect l="l" t="t" r="r" b="b"/>
            <a:pathLst>
              <a:path w="11556997" h="7023097" extrusionOk="0">
                <a:moveTo>
                  <a:pt x="0" y="0"/>
                </a:moveTo>
                <a:lnTo>
                  <a:pt x="11556997" y="0"/>
                </a:lnTo>
                <a:lnTo>
                  <a:pt x="11556997" y="7023097"/>
                </a:lnTo>
                <a:lnTo>
                  <a:pt x="0" y="7023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p2"/>
          <p:cNvSpPr/>
          <p:nvPr/>
        </p:nvSpPr>
        <p:spPr>
          <a:xfrm>
            <a:off x="9580245" y="7456322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Google Shape;113;p2"/>
          <p:cNvSpPr txBox="1"/>
          <p:nvPr/>
        </p:nvSpPr>
        <p:spPr>
          <a:xfrm>
            <a:off x="600075" y="1535582"/>
            <a:ext cx="670573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Execution Makes the Difference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599030" y="2606040"/>
            <a:ext cx="891464" cy="303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Ideation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2917803" y="2957913"/>
            <a:ext cx="50749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4180227" y="6058586"/>
            <a:ext cx="1287875" cy="303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Preparation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564494" y="6410458"/>
            <a:ext cx="50749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838415" y="2566692"/>
            <a:ext cx="1466888" cy="303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Collaboration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127337" y="2918565"/>
            <a:ext cx="50749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7799527" y="6058586"/>
            <a:ext cx="1078154" cy="303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Execution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8428682" y="6410458"/>
            <a:ext cx="50749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2207114" y="2957913"/>
            <a:ext cx="1677442" cy="240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Concept generation 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2263511" y="3174311"/>
            <a:ext cx="1575978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defining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goals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3965981" y="6429508"/>
            <a:ext cx="1725063" cy="438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Plan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structure, resources,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risks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5712847" y="2918565"/>
            <a:ext cx="1723196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Build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seek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086789" y="3144793"/>
            <a:ext cx="960082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mentorship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7499671" y="6410458"/>
            <a:ext cx="1685776" cy="240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Implement, monitor,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7882985" y="6626857"/>
            <a:ext cx="907828" cy="24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394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iterate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/>
          <p:nvPr/>
        </p:nvSpPr>
        <p:spPr>
          <a:xfrm>
            <a:off x="0" y="1301906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5240000" h="8585200" extrusionOk="0">
                <a:moveTo>
                  <a:pt x="0" y="0"/>
                </a:moveTo>
                <a:lnTo>
                  <a:pt x="15240000" y="0"/>
                </a:lnTo>
                <a:lnTo>
                  <a:pt x="15240000" y="8585200"/>
                </a:lnTo>
                <a:lnTo>
                  <a:pt x="0" y="858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" b="-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Google Shape;134;p3"/>
          <p:cNvSpPr/>
          <p:nvPr/>
        </p:nvSpPr>
        <p:spPr>
          <a:xfrm>
            <a:off x="0" y="1301906"/>
            <a:ext cx="11430000" cy="6438614"/>
          </a:xfrm>
          <a:custGeom>
            <a:avLst/>
            <a:gdLst/>
            <a:ahLst/>
            <a:cxnLst/>
            <a:rect l="l" t="t" r="r" b="b"/>
            <a:pathLst>
              <a:path w="15240000" h="8584819" extrusionOk="0">
                <a:moveTo>
                  <a:pt x="0" y="0"/>
                </a:moveTo>
                <a:lnTo>
                  <a:pt x="15240000" y="0"/>
                </a:lnTo>
                <a:lnTo>
                  <a:pt x="15240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3"/>
          <p:cNvSpPr/>
          <p:nvPr/>
        </p:nvSpPr>
        <p:spPr>
          <a:xfrm>
            <a:off x="0" y="0"/>
            <a:ext cx="11430000" cy="9030557"/>
          </a:xfrm>
          <a:custGeom>
            <a:avLst/>
            <a:gdLst/>
            <a:ahLst/>
            <a:cxnLst/>
            <a:rect l="l" t="t" r="r" b="b"/>
            <a:pathLst>
              <a:path w="11430000" h="6438900" extrusionOk="0">
                <a:moveTo>
                  <a:pt x="0" y="6438900"/>
                </a:moveTo>
                <a:lnTo>
                  <a:pt x="11430000" y="6438900"/>
                </a:lnTo>
                <a:lnTo>
                  <a:pt x="1143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9804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Google Shape;136;p3"/>
          <p:cNvSpPr/>
          <p:nvPr/>
        </p:nvSpPr>
        <p:spPr>
          <a:xfrm>
            <a:off x="7143750" y="1301906"/>
            <a:ext cx="4286250" cy="6438614"/>
          </a:xfrm>
          <a:custGeom>
            <a:avLst/>
            <a:gdLst/>
            <a:ahLst/>
            <a:cxnLst/>
            <a:rect l="l" t="t" r="r" b="b"/>
            <a:pathLst>
              <a:path w="5715000" h="8584819" extrusionOk="0">
                <a:moveTo>
                  <a:pt x="0" y="0"/>
                </a:moveTo>
                <a:lnTo>
                  <a:pt x="5715000" y="0"/>
                </a:lnTo>
                <a:lnTo>
                  <a:pt x="5715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1" t="-3" r="-7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37" name="Google Shape;137;p3"/>
          <p:cNvGrpSpPr/>
          <p:nvPr/>
        </p:nvGrpSpPr>
        <p:grpSpPr>
          <a:xfrm>
            <a:off x="599945" y="5864120"/>
            <a:ext cx="390904" cy="390904"/>
            <a:chOff x="63373" y="63500"/>
            <a:chExt cx="390906" cy="390906"/>
          </a:xfrm>
        </p:grpSpPr>
        <p:sp>
          <p:nvSpPr>
            <p:cNvPr id="138" name="Google Shape;138;p3"/>
            <p:cNvSpPr/>
            <p:nvPr/>
          </p:nvSpPr>
          <p:spPr>
            <a:xfrm>
              <a:off x="68326" y="68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 extrusionOk="0">
                  <a:moveTo>
                    <a:pt x="0" y="325882"/>
                  </a:moveTo>
                  <a:lnTo>
                    <a:pt x="0" y="55245"/>
                  </a:lnTo>
                  <a:cubicBezTo>
                    <a:pt x="0" y="51562"/>
                    <a:pt x="381" y="48006"/>
                    <a:pt x="1016" y="44450"/>
                  </a:cubicBezTo>
                  <a:cubicBezTo>
                    <a:pt x="1651" y="40894"/>
                    <a:pt x="2794" y="37465"/>
                    <a:pt x="4191" y="34036"/>
                  </a:cubicBezTo>
                  <a:cubicBezTo>
                    <a:pt x="5588" y="30607"/>
                    <a:pt x="7239" y="27559"/>
                    <a:pt x="9271" y="24511"/>
                  </a:cubicBezTo>
                  <a:cubicBezTo>
                    <a:pt x="11303" y="21463"/>
                    <a:pt x="13589" y="18669"/>
                    <a:pt x="16129" y="16129"/>
                  </a:cubicBezTo>
                  <a:cubicBezTo>
                    <a:pt x="18669" y="13589"/>
                    <a:pt x="21463" y="11303"/>
                    <a:pt x="24511" y="9271"/>
                  </a:cubicBezTo>
                  <a:cubicBezTo>
                    <a:pt x="27559" y="7239"/>
                    <a:pt x="30734" y="5588"/>
                    <a:pt x="34036" y="4191"/>
                  </a:cubicBezTo>
                  <a:cubicBezTo>
                    <a:pt x="37338" y="2794"/>
                    <a:pt x="40894" y="1778"/>
                    <a:pt x="44450" y="1016"/>
                  </a:cubicBezTo>
                  <a:cubicBezTo>
                    <a:pt x="48006" y="254"/>
                    <a:pt x="51562" y="0"/>
                    <a:pt x="55245" y="0"/>
                  </a:cubicBezTo>
                  <a:lnTo>
                    <a:pt x="325755" y="0"/>
                  </a:lnTo>
                  <a:cubicBezTo>
                    <a:pt x="329438" y="0"/>
                    <a:pt x="332994" y="381"/>
                    <a:pt x="336550" y="1016"/>
                  </a:cubicBezTo>
                  <a:cubicBezTo>
                    <a:pt x="340106" y="1651"/>
                    <a:pt x="343535" y="2794"/>
                    <a:pt x="346964" y="4191"/>
                  </a:cubicBezTo>
                  <a:cubicBezTo>
                    <a:pt x="350393" y="5588"/>
                    <a:pt x="353441" y="7239"/>
                    <a:pt x="356489" y="9271"/>
                  </a:cubicBezTo>
                  <a:cubicBezTo>
                    <a:pt x="359537" y="11303"/>
                    <a:pt x="362331" y="13589"/>
                    <a:pt x="364871" y="16129"/>
                  </a:cubicBezTo>
                  <a:cubicBezTo>
                    <a:pt x="367411" y="18669"/>
                    <a:pt x="369697" y="21463"/>
                    <a:pt x="371729" y="24511"/>
                  </a:cubicBezTo>
                  <a:cubicBezTo>
                    <a:pt x="373761" y="27559"/>
                    <a:pt x="375412" y="30734"/>
                    <a:pt x="376809" y="34036"/>
                  </a:cubicBezTo>
                  <a:cubicBezTo>
                    <a:pt x="378206" y="37338"/>
                    <a:pt x="379222" y="40894"/>
                    <a:pt x="379984" y="44450"/>
                  </a:cubicBezTo>
                  <a:cubicBezTo>
                    <a:pt x="380746" y="48006"/>
                    <a:pt x="381000" y="51562"/>
                    <a:pt x="381000" y="55245"/>
                  </a:cubicBezTo>
                  <a:lnTo>
                    <a:pt x="381000" y="325755"/>
                  </a:lnTo>
                  <a:cubicBezTo>
                    <a:pt x="381000" y="329438"/>
                    <a:pt x="380619" y="332994"/>
                    <a:pt x="379984" y="336550"/>
                  </a:cubicBezTo>
                  <a:cubicBezTo>
                    <a:pt x="379349" y="340106"/>
                    <a:pt x="378206" y="343535"/>
                    <a:pt x="376809" y="346964"/>
                  </a:cubicBezTo>
                  <a:cubicBezTo>
                    <a:pt x="375412" y="350393"/>
                    <a:pt x="373761" y="353441"/>
                    <a:pt x="371729" y="356489"/>
                  </a:cubicBezTo>
                  <a:cubicBezTo>
                    <a:pt x="369697" y="359537"/>
                    <a:pt x="367411" y="362331"/>
                    <a:pt x="364871" y="364871"/>
                  </a:cubicBezTo>
                  <a:cubicBezTo>
                    <a:pt x="362331" y="367411"/>
                    <a:pt x="359537" y="369697"/>
                    <a:pt x="356489" y="371729"/>
                  </a:cubicBezTo>
                  <a:cubicBezTo>
                    <a:pt x="353441" y="373761"/>
                    <a:pt x="350266" y="375412"/>
                    <a:pt x="346964" y="376809"/>
                  </a:cubicBezTo>
                  <a:cubicBezTo>
                    <a:pt x="343662" y="378206"/>
                    <a:pt x="340106" y="379222"/>
                    <a:pt x="336550" y="379984"/>
                  </a:cubicBezTo>
                  <a:cubicBezTo>
                    <a:pt x="332994" y="380746"/>
                    <a:pt x="329438" y="381000"/>
                    <a:pt x="325755" y="381000"/>
                  </a:cubicBezTo>
                  <a:lnTo>
                    <a:pt x="55245" y="381000"/>
                  </a:lnTo>
                  <a:cubicBezTo>
                    <a:pt x="51562" y="381000"/>
                    <a:pt x="48006" y="380619"/>
                    <a:pt x="44450" y="379984"/>
                  </a:cubicBezTo>
                  <a:cubicBezTo>
                    <a:pt x="40894" y="379349"/>
                    <a:pt x="37465" y="378206"/>
                    <a:pt x="34036" y="376809"/>
                  </a:cubicBezTo>
                  <a:cubicBezTo>
                    <a:pt x="30607" y="375412"/>
                    <a:pt x="27559" y="373761"/>
                    <a:pt x="24511" y="371729"/>
                  </a:cubicBezTo>
                  <a:cubicBezTo>
                    <a:pt x="21463" y="369697"/>
                    <a:pt x="18669" y="367411"/>
                    <a:pt x="16129" y="364871"/>
                  </a:cubicBezTo>
                  <a:cubicBezTo>
                    <a:pt x="13589" y="362331"/>
                    <a:pt x="11303" y="359537"/>
                    <a:pt x="9271" y="356489"/>
                  </a:cubicBezTo>
                  <a:cubicBezTo>
                    <a:pt x="7239" y="353441"/>
                    <a:pt x="5588" y="350266"/>
                    <a:pt x="4191" y="346964"/>
                  </a:cubicBezTo>
                  <a:cubicBezTo>
                    <a:pt x="2794" y="343662"/>
                    <a:pt x="1778" y="340106"/>
                    <a:pt x="1016" y="336550"/>
                  </a:cubicBezTo>
                  <a:cubicBezTo>
                    <a:pt x="254" y="332994"/>
                    <a:pt x="0" y="329438"/>
                    <a:pt x="0" y="3257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3373" y="63500"/>
              <a:ext cx="390906" cy="390906"/>
            </a:xfrm>
            <a:custGeom>
              <a:avLst/>
              <a:gdLst/>
              <a:ahLst/>
              <a:cxnLst/>
              <a:rect l="l" t="t" r="r" b="b"/>
              <a:pathLst>
                <a:path w="390906" h="390906" extrusionOk="0">
                  <a:moveTo>
                    <a:pt x="127" y="330581"/>
                  </a:moveTo>
                  <a:lnTo>
                    <a:pt x="127" y="59944"/>
                  </a:lnTo>
                  <a:lnTo>
                    <a:pt x="4953" y="59944"/>
                  </a:lnTo>
                  <a:lnTo>
                    <a:pt x="127" y="59944"/>
                  </a:lnTo>
                  <a:cubicBezTo>
                    <a:pt x="127" y="56007"/>
                    <a:pt x="508" y="52070"/>
                    <a:pt x="1270" y="48260"/>
                  </a:cubicBezTo>
                  <a:cubicBezTo>
                    <a:pt x="2032" y="44450"/>
                    <a:pt x="3175" y="40640"/>
                    <a:pt x="4699" y="36957"/>
                  </a:cubicBezTo>
                  <a:lnTo>
                    <a:pt x="9144" y="38735"/>
                  </a:lnTo>
                  <a:lnTo>
                    <a:pt x="4699" y="36957"/>
                  </a:lnTo>
                  <a:cubicBezTo>
                    <a:pt x="6223" y="33274"/>
                    <a:pt x="8001" y="29845"/>
                    <a:pt x="10287" y="26543"/>
                  </a:cubicBezTo>
                  <a:cubicBezTo>
                    <a:pt x="12446" y="23241"/>
                    <a:pt x="14986" y="20193"/>
                    <a:pt x="17780" y="17399"/>
                  </a:cubicBezTo>
                  <a:cubicBezTo>
                    <a:pt x="20574" y="14605"/>
                    <a:pt x="23622" y="12192"/>
                    <a:pt x="26924" y="9906"/>
                  </a:cubicBezTo>
                  <a:lnTo>
                    <a:pt x="29591" y="13843"/>
                  </a:lnTo>
                  <a:lnTo>
                    <a:pt x="26797" y="10160"/>
                  </a:lnTo>
                  <a:cubicBezTo>
                    <a:pt x="30099" y="8001"/>
                    <a:pt x="33528" y="6096"/>
                    <a:pt x="37211" y="4572"/>
                  </a:cubicBezTo>
                  <a:cubicBezTo>
                    <a:pt x="40894" y="3048"/>
                    <a:pt x="44577" y="1905"/>
                    <a:pt x="48514" y="1143"/>
                  </a:cubicBezTo>
                  <a:lnTo>
                    <a:pt x="49403" y="5842"/>
                  </a:lnTo>
                  <a:lnTo>
                    <a:pt x="48514" y="1143"/>
                  </a:lnTo>
                  <a:cubicBezTo>
                    <a:pt x="52324" y="381"/>
                    <a:pt x="56261" y="0"/>
                    <a:pt x="60198" y="0"/>
                  </a:cubicBezTo>
                  <a:lnTo>
                    <a:pt x="60198" y="4826"/>
                  </a:lnTo>
                  <a:lnTo>
                    <a:pt x="60198" y="0"/>
                  </a:lnTo>
                  <a:lnTo>
                    <a:pt x="330708" y="0"/>
                  </a:lnTo>
                  <a:lnTo>
                    <a:pt x="330708" y="4826"/>
                  </a:lnTo>
                  <a:lnTo>
                    <a:pt x="330708" y="0"/>
                  </a:lnTo>
                  <a:cubicBezTo>
                    <a:pt x="334645" y="0"/>
                    <a:pt x="338582" y="381"/>
                    <a:pt x="342392" y="1143"/>
                  </a:cubicBezTo>
                  <a:lnTo>
                    <a:pt x="341503" y="5842"/>
                  </a:lnTo>
                  <a:lnTo>
                    <a:pt x="342392" y="1143"/>
                  </a:lnTo>
                  <a:cubicBezTo>
                    <a:pt x="346329" y="1905"/>
                    <a:pt x="350012" y="3048"/>
                    <a:pt x="353695" y="4572"/>
                  </a:cubicBezTo>
                  <a:cubicBezTo>
                    <a:pt x="357378" y="6096"/>
                    <a:pt x="360807" y="7874"/>
                    <a:pt x="364109" y="10160"/>
                  </a:cubicBezTo>
                  <a:lnTo>
                    <a:pt x="361442" y="14097"/>
                  </a:lnTo>
                  <a:lnTo>
                    <a:pt x="364109" y="10160"/>
                  </a:lnTo>
                  <a:cubicBezTo>
                    <a:pt x="367411" y="12319"/>
                    <a:pt x="370459" y="14859"/>
                    <a:pt x="373253" y="17653"/>
                  </a:cubicBezTo>
                  <a:cubicBezTo>
                    <a:pt x="376047" y="20447"/>
                    <a:pt x="378587" y="23495"/>
                    <a:pt x="380746" y="26797"/>
                  </a:cubicBezTo>
                  <a:cubicBezTo>
                    <a:pt x="382905" y="30099"/>
                    <a:pt x="384810" y="33528"/>
                    <a:pt x="386334" y="37211"/>
                  </a:cubicBezTo>
                  <a:cubicBezTo>
                    <a:pt x="387858" y="40894"/>
                    <a:pt x="389001" y="44577"/>
                    <a:pt x="389763" y="48514"/>
                  </a:cubicBezTo>
                  <a:cubicBezTo>
                    <a:pt x="390525" y="52324"/>
                    <a:pt x="390906" y="56261"/>
                    <a:pt x="390906" y="60198"/>
                  </a:cubicBezTo>
                  <a:lnTo>
                    <a:pt x="386080" y="60198"/>
                  </a:lnTo>
                  <a:lnTo>
                    <a:pt x="390906" y="60198"/>
                  </a:lnTo>
                  <a:lnTo>
                    <a:pt x="390906" y="330708"/>
                  </a:lnTo>
                  <a:lnTo>
                    <a:pt x="386080" y="330708"/>
                  </a:lnTo>
                  <a:lnTo>
                    <a:pt x="390906" y="330708"/>
                  </a:lnTo>
                  <a:cubicBezTo>
                    <a:pt x="390906" y="334645"/>
                    <a:pt x="390525" y="338582"/>
                    <a:pt x="389763" y="342392"/>
                  </a:cubicBezTo>
                  <a:cubicBezTo>
                    <a:pt x="389001" y="346202"/>
                    <a:pt x="387858" y="350012"/>
                    <a:pt x="386334" y="353695"/>
                  </a:cubicBezTo>
                  <a:cubicBezTo>
                    <a:pt x="384810" y="357378"/>
                    <a:pt x="383032" y="360807"/>
                    <a:pt x="380746" y="364109"/>
                  </a:cubicBezTo>
                  <a:lnTo>
                    <a:pt x="376809" y="361442"/>
                  </a:lnTo>
                  <a:lnTo>
                    <a:pt x="380746" y="364109"/>
                  </a:lnTo>
                  <a:cubicBezTo>
                    <a:pt x="378587" y="367411"/>
                    <a:pt x="376047" y="370459"/>
                    <a:pt x="373253" y="373253"/>
                  </a:cubicBezTo>
                  <a:cubicBezTo>
                    <a:pt x="370459" y="376047"/>
                    <a:pt x="367411" y="378460"/>
                    <a:pt x="364109" y="380746"/>
                  </a:cubicBezTo>
                  <a:cubicBezTo>
                    <a:pt x="360807" y="382905"/>
                    <a:pt x="357378" y="384810"/>
                    <a:pt x="353695" y="386334"/>
                  </a:cubicBezTo>
                  <a:cubicBezTo>
                    <a:pt x="350012" y="387858"/>
                    <a:pt x="346329" y="389001"/>
                    <a:pt x="342392" y="389763"/>
                  </a:cubicBezTo>
                  <a:lnTo>
                    <a:pt x="341503" y="385064"/>
                  </a:lnTo>
                  <a:lnTo>
                    <a:pt x="342392" y="389763"/>
                  </a:lnTo>
                  <a:cubicBezTo>
                    <a:pt x="338582" y="390525"/>
                    <a:pt x="334645" y="390906"/>
                    <a:pt x="330708" y="390906"/>
                  </a:cubicBezTo>
                  <a:lnTo>
                    <a:pt x="330708" y="386080"/>
                  </a:lnTo>
                  <a:lnTo>
                    <a:pt x="330708" y="390906"/>
                  </a:lnTo>
                  <a:lnTo>
                    <a:pt x="60198" y="390906"/>
                  </a:lnTo>
                  <a:lnTo>
                    <a:pt x="60198" y="386080"/>
                  </a:lnTo>
                  <a:lnTo>
                    <a:pt x="60198" y="390906"/>
                  </a:lnTo>
                  <a:cubicBezTo>
                    <a:pt x="56261" y="390906"/>
                    <a:pt x="52324" y="390525"/>
                    <a:pt x="48514" y="389763"/>
                  </a:cubicBezTo>
                  <a:lnTo>
                    <a:pt x="49403" y="385064"/>
                  </a:lnTo>
                  <a:lnTo>
                    <a:pt x="48514" y="389763"/>
                  </a:lnTo>
                  <a:cubicBezTo>
                    <a:pt x="44577" y="389001"/>
                    <a:pt x="40894" y="387858"/>
                    <a:pt x="37211" y="386334"/>
                  </a:cubicBezTo>
                  <a:cubicBezTo>
                    <a:pt x="33528" y="384810"/>
                    <a:pt x="30099" y="383032"/>
                    <a:pt x="26797" y="380746"/>
                  </a:cubicBezTo>
                  <a:cubicBezTo>
                    <a:pt x="23495" y="378587"/>
                    <a:pt x="20447" y="376047"/>
                    <a:pt x="17653" y="373253"/>
                  </a:cubicBezTo>
                  <a:cubicBezTo>
                    <a:pt x="14859" y="370459"/>
                    <a:pt x="12319" y="367411"/>
                    <a:pt x="10160" y="364109"/>
                  </a:cubicBezTo>
                  <a:lnTo>
                    <a:pt x="14097" y="361442"/>
                  </a:lnTo>
                  <a:lnTo>
                    <a:pt x="10160" y="364109"/>
                  </a:lnTo>
                  <a:cubicBezTo>
                    <a:pt x="8001" y="360807"/>
                    <a:pt x="6096" y="357378"/>
                    <a:pt x="4572" y="353695"/>
                  </a:cubicBezTo>
                  <a:lnTo>
                    <a:pt x="9017" y="351917"/>
                  </a:lnTo>
                  <a:lnTo>
                    <a:pt x="4572" y="353695"/>
                  </a:lnTo>
                  <a:cubicBezTo>
                    <a:pt x="3048" y="350012"/>
                    <a:pt x="1905" y="346329"/>
                    <a:pt x="1143" y="342392"/>
                  </a:cubicBezTo>
                  <a:cubicBezTo>
                    <a:pt x="381" y="338455"/>
                    <a:pt x="0" y="334645"/>
                    <a:pt x="0" y="330708"/>
                  </a:cubicBezTo>
                  <a:lnTo>
                    <a:pt x="4826" y="330708"/>
                  </a:lnTo>
                  <a:lnTo>
                    <a:pt x="127" y="330708"/>
                  </a:lnTo>
                  <a:moveTo>
                    <a:pt x="9652" y="330708"/>
                  </a:moveTo>
                  <a:cubicBezTo>
                    <a:pt x="9652" y="334010"/>
                    <a:pt x="10033" y="337312"/>
                    <a:pt x="10668" y="340614"/>
                  </a:cubicBezTo>
                  <a:lnTo>
                    <a:pt x="5969" y="341503"/>
                  </a:lnTo>
                  <a:lnTo>
                    <a:pt x="10668" y="340614"/>
                  </a:lnTo>
                  <a:cubicBezTo>
                    <a:pt x="11303" y="343916"/>
                    <a:pt x="12319" y="346964"/>
                    <a:pt x="13589" y="350139"/>
                  </a:cubicBezTo>
                  <a:cubicBezTo>
                    <a:pt x="14859" y="353187"/>
                    <a:pt x="16383" y="356108"/>
                    <a:pt x="18288" y="358902"/>
                  </a:cubicBezTo>
                  <a:cubicBezTo>
                    <a:pt x="20066" y="361696"/>
                    <a:pt x="22225" y="364236"/>
                    <a:pt x="24511" y="366522"/>
                  </a:cubicBezTo>
                  <a:lnTo>
                    <a:pt x="21082" y="369951"/>
                  </a:lnTo>
                  <a:lnTo>
                    <a:pt x="24511" y="366522"/>
                  </a:lnTo>
                  <a:cubicBezTo>
                    <a:pt x="26797" y="368808"/>
                    <a:pt x="29464" y="370967"/>
                    <a:pt x="32131" y="372745"/>
                  </a:cubicBezTo>
                  <a:lnTo>
                    <a:pt x="29464" y="376682"/>
                  </a:lnTo>
                  <a:lnTo>
                    <a:pt x="32131" y="372745"/>
                  </a:lnTo>
                  <a:cubicBezTo>
                    <a:pt x="34925" y="374523"/>
                    <a:pt x="37846" y="376174"/>
                    <a:pt x="40894" y="377444"/>
                  </a:cubicBezTo>
                  <a:lnTo>
                    <a:pt x="39116" y="381889"/>
                  </a:lnTo>
                  <a:lnTo>
                    <a:pt x="40894" y="377444"/>
                  </a:lnTo>
                  <a:cubicBezTo>
                    <a:pt x="43942" y="378714"/>
                    <a:pt x="47117" y="379730"/>
                    <a:pt x="50419" y="380365"/>
                  </a:cubicBezTo>
                  <a:cubicBezTo>
                    <a:pt x="53721" y="381000"/>
                    <a:pt x="56896" y="381381"/>
                    <a:pt x="60325" y="381381"/>
                  </a:cubicBezTo>
                  <a:lnTo>
                    <a:pt x="330835" y="381381"/>
                  </a:lnTo>
                  <a:cubicBezTo>
                    <a:pt x="334137" y="381381"/>
                    <a:pt x="337439" y="381000"/>
                    <a:pt x="340614" y="380365"/>
                  </a:cubicBezTo>
                  <a:cubicBezTo>
                    <a:pt x="343916" y="379730"/>
                    <a:pt x="346964" y="378714"/>
                    <a:pt x="350139" y="377444"/>
                  </a:cubicBezTo>
                  <a:lnTo>
                    <a:pt x="351917" y="381889"/>
                  </a:lnTo>
                  <a:lnTo>
                    <a:pt x="350139" y="377444"/>
                  </a:lnTo>
                  <a:cubicBezTo>
                    <a:pt x="353187" y="376174"/>
                    <a:pt x="356108" y="374650"/>
                    <a:pt x="358902" y="372745"/>
                  </a:cubicBezTo>
                  <a:lnTo>
                    <a:pt x="361569" y="376682"/>
                  </a:lnTo>
                  <a:lnTo>
                    <a:pt x="358902" y="372745"/>
                  </a:lnTo>
                  <a:cubicBezTo>
                    <a:pt x="361696" y="370840"/>
                    <a:pt x="364236" y="368808"/>
                    <a:pt x="366522" y="366522"/>
                  </a:cubicBezTo>
                  <a:lnTo>
                    <a:pt x="369951" y="369951"/>
                  </a:lnTo>
                  <a:lnTo>
                    <a:pt x="366522" y="366522"/>
                  </a:lnTo>
                  <a:cubicBezTo>
                    <a:pt x="368808" y="364236"/>
                    <a:pt x="370967" y="361569"/>
                    <a:pt x="372745" y="358902"/>
                  </a:cubicBezTo>
                  <a:cubicBezTo>
                    <a:pt x="374523" y="356108"/>
                    <a:pt x="376174" y="353314"/>
                    <a:pt x="377444" y="350139"/>
                  </a:cubicBezTo>
                  <a:lnTo>
                    <a:pt x="381889" y="351917"/>
                  </a:lnTo>
                  <a:lnTo>
                    <a:pt x="377444" y="350139"/>
                  </a:lnTo>
                  <a:cubicBezTo>
                    <a:pt x="378714" y="347091"/>
                    <a:pt x="379730" y="343916"/>
                    <a:pt x="380365" y="340614"/>
                  </a:cubicBezTo>
                  <a:lnTo>
                    <a:pt x="385064" y="341503"/>
                  </a:lnTo>
                  <a:lnTo>
                    <a:pt x="380365" y="340614"/>
                  </a:lnTo>
                  <a:cubicBezTo>
                    <a:pt x="381000" y="337312"/>
                    <a:pt x="381381" y="334137"/>
                    <a:pt x="381381" y="330708"/>
                  </a:cubicBezTo>
                  <a:lnTo>
                    <a:pt x="381381" y="59944"/>
                  </a:lnTo>
                  <a:cubicBezTo>
                    <a:pt x="381381" y="56642"/>
                    <a:pt x="381000" y="53340"/>
                    <a:pt x="380365" y="50038"/>
                  </a:cubicBezTo>
                  <a:lnTo>
                    <a:pt x="385064" y="49149"/>
                  </a:lnTo>
                  <a:lnTo>
                    <a:pt x="380365" y="50038"/>
                  </a:lnTo>
                  <a:cubicBezTo>
                    <a:pt x="379730" y="46736"/>
                    <a:pt x="378714" y="43688"/>
                    <a:pt x="377444" y="40513"/>
                  </a:cubicBezTo>
                  <a:lnTo>
                    <a:pt x="381889" y="38735"/>
                  </a:lnTo>
                  <a:lnTo>
                    <a:pt x="377444" y="40513"/>
                  </a:lnTo>
                  <a:cubicBezTo>
                    <a:pt x="376174" y="37465"/>
                    <a:pt x="374650" y="34544"/>
                    <a:pt x="372745" y="31750"/>
                  </a:cubicBezTo>
                  <a:lnTo>
                    <a:pt x="376682" y="29083"/>
                  </a:lnTo>
                  <a:lnTo>
                    <a:pt x="372745" y="31750"/>
                  </a:lnTo>
                  <a:cubicBezTo>
                    <a:pt x="370840" y="28956"/>
                    <a:pt x="368808" y="26416"/>
                    <a:pt x="366522" y="24130"/>
                  </a:cubicBezTo>
                  <a:lnTo>
                    <a:pt x="369951" y="20701"/>
                  </a:lnTo>
                  <a:lnTo>
                    <a:pt x="366522" y="24130"/>
                  </a:lnTo>
                  <a:cubicBezTo>
                    <a:pt x="364236" y="21844"/>
                    <a:pt x="361569" y="19685"/>
                    <a:pt x="358902" y="17907"/>
                  </a:cubicBezTo>
                  <a:cubicBezTo>
                    <a:pt x="356108" y="16002"/>
                    <a:pt x="353187" y="14478"/>
                    <a:pt x="350139" y="13208"/>
                  </a:cubicBezTo>
                  <a:lnTo>
                    <a:pt x="351917" y="8763"/>
                  </a:lnTo>
                  <a:lnTo>
                    <a:pt x="350139" y="13208"/>
                  </a:lnTo>
                  <a:cubicBezTo>
                    <a:pt x="347091" y="11938"/>
                    <a:pt x="343916" y="10922"/>
                    <a:pt x="340614" y="10287"/>
                  </a:cubicBezTo>
                  <a:cubicBezTo>
                    <a:pt x="337312" y="9652"/>
                    <a:pt x="334137" y="9271"/>
                    <a:pt x="330835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cubicBezTo>
                    <a:pt x="47117" y="10922"/>
                    <a:pt x="43942" y="11938"/>
                    <a:pt x="40767" y="13208"/>
                  </a:cubicBezTo>
                  <a:lnTo>
                    <a:pt x="38989" y="8763"/>
                  </a:lnTo>
                  <a:lnTo>
                    <a:pt x="40767" y="13208"/>
                  </a:ln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812"/>
                    <a:pt x="26670" y="21844"/>
                    <a:pt x="24384" y="24130"/>
                  </a:cubicBezTo>
                  <a:lnTo>
                    <a:pt x="20955" y="20701"/>
                  </a:lnTo>
                  <a:lnTo>
                    <a:pt x="24384" y="24130"/>
                  </a:lnTo>
                  <a:cubicBezTo>
                    <a:pt x="22098" y="26416"/>
                    <a:pt x="19939" y="29083"/>
                    <a:pt x="18161" y="31750"/>
                  </a:cubicBezTo>
                  <a:lnTo>
                    <a:pt x="14224" y="29083"/>
                  </a:lnTo>
                  <a:lnTo>
                    <a:pt x="18161" y="31750"/>
                  </a:ln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lnTo>
                    <a:pt x="5842" y="49149"/>
                  </a:lnTo>
                  <a:lnTo>
                    <a:pt x="10541" y="50038"/>
                  </a:lnTo>
                  <a:cubicBezTo>
                    <a:pt x="9906" y="53340"/>
                    <a:pt x="9525" y="56515"/>
                    <a:pt x="9525" y="59944"/>
                  </a:cubicBezTo>
                  <a:lnTo>
                    <a:pt x="9525" y="330454"/>
                  </a:lnTo>
                  <a:close/>
                </a:path>
              </a:pathLst>
            </a:custGeom>
            <a:solidFill>
              <a:srgbClr val="EBC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327108" y="165183"/>
              <a:ext cx="22777" cy="36493"/>
            </a:xfrm>
            <a:custGeom>
              <a:avLst/>
              <a:gdLst/>
              <a:ahLst/>
              <a:cxnLst/>
              <a:rect l="l" t="t" r="r" b="b"/>
              <a:pathLst>
                <a:path w="22777" h="36493" extrusionOk="0">
                  <a:moveTo>
                    <a:pt x="6394" y="171"/>
                  </a:moveTo>
                  <a:cubicBezTo>
                    <a:pt x="10204" y="679"/>
                    <a:pt x="14395" y="2203"/>
                    <a:pt x="17189" y="4362"/>
                  </a:cubicBezTo>
                  <a:cubicBezTo>
                    <a:pt x="17443" y="4616"/>
                    <a:pt x="17697" y="4743"/>
                    <a:pt x="17824" y="4997"/>
                  </a:cubicBezTo>
                  <a:cubicBezTo>
                    <a:pt x="19221" y="6521"/>
                    <a:pt x="20872" y="9188"/>
                    <a:pt x="21888" y="11728"/>
                  </a:cubicBezTo>
                  <a:cubicBezTo>
                    <a:pt x="22015" y="12109"/>
                    <a:pt x="22142" y="12617"/>
                    <a:pt x="22269" y="12998"/>
                  </a:cubicBezTo>
                  <a:cubicBezTo>
                    <a:pt x="22650" y="15538"/>
                    <a:pt x="22777" y="21634"/>
                    <a:pt x="22777" y="30778"/>
                  </a:cubicBezTo>
                  <a:cubicBezTo>
                    <a:pt x="22777" y="33953"/>
                    <a:pt x="20237" y="36493"/>
                    <a:pt x="17062" y="36493"/>
                  </a:cubicBezTo>
                  <a:cubicBezTo>
                    <a:pt x="13887" y="36493"/>
                    <a:pt x="11347" y="33953"/>
                    <a:pt x="11347" y="30778"/>
                  </a:cubicBezTo>
                  <a:cubicBezTo>
                    <a:pt x="11347" y="21253"/>
                    <a:pt x="11093" y="16046"/>
                    <a:pt x="10966" y="14522"/>
                  </a:cubicBezTo>
                  <a:lnTo>
                    <a:pt x="16554" y="13760"/>
                  </a:lnTo>
                  <a:lnTo>
                    <a:pt x="11220" y="15792"/>
                  </a:lnTo>
                  <a:cubicBezTo>
                    <a:pt x="10712" y="14395"/>
                    <a:pt x="9696" y="12998"/>
                    <a:pt x="9442" y="12617"/>
                  </a:cubicBezTo>
                  <a:lnTo>
                    <a:pt x="13633" y="8680"/>
                  </a:lnTo>
                  <a:lnTo>
                    <a:pt x="10204" y="13252"/>
                  </a:lnTo>
                  <a:cubicBezTo>
                    <a:pt x="9188" y="12490"/>
                    <a:pt x="7029" y="11601"/>
                    <a:pt x="4997" y="11347"/>
                  </a:cubicBezTo>
                  <a:cubicBezTo>
                    <a:pt x="1822" y="10966"/>
                    <a:pt x="-337" y="8172"/>
                    <a:pt x="44" y="4997"/>
                  </a:cubicBezTo>
                  <a:cubicBezTo>
                    <a:pt x="425" y="1822"/>
                    <a:pt x="3219" y="-337"/>
                    <a:pt x="6394" y="44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312547" y="371782"/>
              <a:ext cx="37285" cy="22553"/>
            </a:xfrm>
            <a:custGeom>
              <a:avLst/>
              <a:gdLst/>
              <a:ahLst/>
              <a:cxnLst/>
              <a:rect l="l" t="t" r="r" b="b"/>
              <a:pathLst>
                <a:path w="37285" h="22553" extrusionOk="0">
                  <a:moveTo>
                    <a:pt x="37211" y="6297"/>
                  </a:moveTo>
                  <a:cubicBezTo>
                    <a:pt x="36703" y="9853"/>
                    <a:pt x="35687" y="12647"/>
                    <a:pt x="34671" y="14552"/>
                  </a:cubicBezTo>
                  <a:cubicBezTo>
                    <a:pt x="34544" y="14806"/>
                    <a:pt x="34290" y="15187"/>
                    <a:pt x="34036" y="15441"/>
                  </a:cubicBezTo>
                  <a:cubicBezTo>
                    <a:pt x="31877" y="17981"/>
                    <a:pt x="30353" y="19251"/>
                    <a:pt x="27686" y="20775"/>
                  </a:cubicBezTo>
                  <a:cubicBezTo>
                    <a:pt x="27305" y="21029"/>
                    <a:pt x="26924" y="21156"/>
                    <a:pt x="26543" y="21283"/>
                  </a:cubicBezTo>
                  <a:cubicBezTo>
                    <a:pt x="23368" y="22299"/>
                    <a:pt x="20320" y="22426"/>
                    <a:pt x="5715" y="22553"/>
                  </a:cubicBezTo>
                  <a:cubicBezTo>
                    <a:pt x="2540" y="22553"/>
                    <a:pt x="0" y="20013"/>
                    <a:pt x="0" y="16838"/>
                  </a:cubicBezTo>
                  <a:cubicBezTo>
                    <a:pt x="0" y="13663"/>
                    <a:pt x="2540" y="11123"/>
                    <a:pt x="5715" y="11123"/>
                  </a:cubicBezTo>
                  <a:cubicBezTo>
                    <a:pt x="21209" y="11123"/>
                    <a:pt x="22098" y="10742"/>
                    <a:pt x="23114" y="10488"/>
                  </a:cubicBezTo>
                  <a:lnTo>
                    <a:pt x="24892" y="15949"/>
                  </a:lnTo>
                  <a:lnTo>
                    <a:pt x="22098" y="10996"/>
                  </a:lnTo>
                  <a:cubicBezTo>
                    <a:pt x="23749" y="10107"/>
                    <a:pt x="24130" y="9726"/>
                    <a:pt x="25400" y="8202"/>
                  </a:cubicBezTo>
                  <a:lnTo>
                    <a:pt x="29718" y="11885"/>
                  </a:lnTo>
                  <a:lnTo>
                    <a:pt x="24765" y="9091"/>
                  </a:lnTo>
                  <a:cubicBezTo>
                    <a:pt x="24892" y="8837"/>
                    <a:pt x="25527" y="7440"/>
                    <a:pt x="25908" y="4900"/>
                  </a:cubicBezTo>
                  <a:cubicBezTo>
                    <a:pt x="26289" y="1725"/>
                    <a:pt x="29210" y="-434"/>
                    <a:pt x="32385" y="74"/>
                  </a:cubicBezTo>
                  <a:cubicBezTo>
                    <a:pt x="35560" y="582"/>
                    <a:pt x="37719" y="3376"/>
                    <a:pt x="37211" y="6551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57988" y="357886"/>
              <a:ext cx="23134" cy="36469"/>
            </a:xfrm>
            <a:custGeom>
              <a:avLst/>
              <a:gdLst/>
              <a:ahLst/>
              <a:cxnLst/>
              <a:rect l="l" t="t" r="r" b="b"/>
              <a:pathLst>
                <a:path w="23134" h="36469" extrusionOk="0">
                  <a:moveTo>
                    <a:pt x="16637" y="36322"/>
                  </a:moveTo>
                  <a:cubicBezTo>
                    <a:pt x="12700" y="35941"/>
                    <a:pt x="8636" y="34290"/>
                    <a:pt x="5842" y="32131"/>
                  </a:cubicBezTo>
                  <a:cubicBezTo>
                    <a:pt x="5588" y="31877"/>
                    <a:pt x="5334" y="31750"/>
                    <a:pt x="5080" y="31496"/>
                  </a:cubicBezTo>
                  <a:cubicBezTo>
                    <a:pt x="5080" y="31496"/>
                    <a:pt x="5080" y="31496"/>
                    <a:pt x="4953" y="31369"/>
                  </a:cubicBezTo>
                  <a:cubicBezTo>
                    <a:pt x="3556" y="29845"/>
                    <a:pt x="2032" y="27305"/>
                    <a:pt x="889" y="24765"/>
                  </a:cubicBezTo>
                  <a:cubicBezTo>
                    <a:pt x="762" y="24384"/>
                    <a:pt x="635" y="23876"/>
                    <a:pt x="508" y="23495"/>
                  </a:cubicBezTo>
                  <a:cubicBezTo>
                    <a:pt x="127" y="20955"/>
                    <a:pt x="0" y="14859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ubicBezTo>
                    <a:pt x="11430" y="15240"/>
                    <a:pt x="11684" y="20320"/>
                    <a:pt x="11938" y="21844"/>
                  </a:cubicBezTo>
                  <a:lnTo>
                    <a:pt x="6350" y="22733"/>
                  </a:lnTo>
                  <a:lnTo>
                    <a:pt x="11684" y="20574"/>
                  </a:lnTo>
                  <a:cubicBezTo>
                    <a:pt x="12319" y="21971"/>
                    <a:pt x="13208" y="23368"/>
                    <a:pt x="13589" y="23749"/>
                  </a:cubicBezTo>
                  <a:lnTo>
                    <a:pt x="9398" y="27686"/>
                  </a:lnTo>
                  <a:lnTo>
                    <a:pt x="12827" y="23114"/>
                  </a:lnTo>
                  <a:cubicBezTo>
                    <a:pt x="13843" y="23876"/>
                    <a:pt x="16002" y="24765"/>
                    <a:pt x="18034" y="25019"/>
                  </a:cubicBezTo>
                  <a:cubicBezTo>
                    <a:pt x="21209" y="25400"/>
                    <a:pt x="23368" y="28194"/>
                    <a:pt x="23114" y="31369"/>
                  </a:cubicBezTo>
                  <a:cubicBezTo>
                    <a:pt x="22860" y="34544"/>
                    <a:pt x="19939" y="36703"/>
                    <a:pt x="16764" y="36449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58096" y="165354"/>
              <a:ext cx="27832" cy="22880"/>
            </a:xfrm>
            <a:custGeom>
              <a:avLst/>
              <a:gdLst/>
              <a:ahLst/>
              <a:cxnLst/>
              <a:rect l="l" t="t" r="r" b="b"/>
              <a:pathLst>
                <a:path w="27832" h="22880" extrusionOk="0">
                  <a:moveTo>
                    <a:pt x="19" y="16510"/>
                  </a:moveTo>
                  <a:cubicBezTo>
                    <a:pt x="400" y="12954"/>
                    <a:pt x="1162" y="10287"/>
                    <a:pt x="2813" y="7493"/>
                  </a:cubicBezTo>
                  <a:cubicBezTo>
                    <a:pt x="2940" y="7239"/>
                    <a:pt x="3194" y="6985"/>
                    <a:pt x="3321" y="6731"/>
                  </a:cubicBezTo>
                  <a:cubicBezTo>
                    <a:pt x="4591" y="5207"/>
                    <a:pt x="6877" y="3175"/>
                    <a:pt x="9417" y="1778"/>
                  </a:cubicBezTo>
                  <a:cubicBezTo>
                    <a:pt x="9798" y="1524"/>
                    <a:pt x="10179" y="1397"/>
                    <a:pt x="10560" y="1270"/>
                  </a:cubicBezTo>
                  <a:cubicBezTo>
                    <a:pt x="13735" y="254"/>
                    <a:pt x="16529" y="0"/>
                    <a:pt x="22117" y="0"/>
                  </a:cubicBezTo>
                  <a:cubicBezTo>
                    <a:pt x="25292" y="0"/>
                    <a:pt x="27832" y="2540"/>
                    <a:pt x="27832" y="5715"/>
                  </a:cubicBezTo>
                  <a:cubicBezTo>
                    <a:pt x="27832" y="8890"/>
                    <a:pt x="25292" y="11430"/>
                    <a:pt x="22117" y="11430"/>
                  </a:cubicBezTo>
                  <a:cubicBezTo>
                    <a:pt x="16656" y="11430"/>
                    <a:pt x="15386" y="11684"/>
                    <a:pt x="13989" y="12192"/>
                  </a:cubicBezTo>
                  <a:lnTo>
                    <a:pt x="12211" y="6731"/>
                  </a:lnTo>
                  <a:lnTo>
                    <a:pt x="15005" y="11684"/>
                  </a:lnTo>
                  <a:cubicBezTo>
                    <a:pt x="13608" y="12446"/>
                    <a:pt x="12338" y="13589"/>
                    <a:pt x="12084" y="13970"/>
                  </a:cubicBezTo>
                  <a:lnTo>
                    <a:pt x="7639" y="10414"/>
                  </a:lnTo>
                  <a:lnTo>
                    <a:pt x="12592" y="13208"/>
                  </a:lnTo>
                  <a:cubicBezTo>
                    <a:pt x="11957" y="14351"/>
                    <a:pt x="11449" y="15494"/>
                    <a:pt x="11322" y="17780"/>
                  </a:cubicBezTo>
                  <a:cubicBezTo>
                    <a:pt x="10941" y="20955"/>
                    <a:pt x="8147" y="23114"/>
                    <a:pt x="5099" y="22860"/>
                  </a:cubicBezTo>
                  <a:cubicBezTo>
                    <a:pt x="2051" y="22606"/>
                    <a:pt x="-235" y="19685"/>
                    <a:pt x="19" y="16637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99132" y="125476"/>
              <a:ext cx="109269" cy="85730"/>
            </a:xfrm>
            <a:custGeom>
              <a:avLst/>
              <a:gdLst/>
              <a:ahLst/>
              <a:cxnLst/>
              <a:rect l="l" t="t" r="r" b="b"/>
              <a:pathLst>
                <a:path w="109269" h="85730" extrusionOk="0">
                  <a:moveTo>
                    <a:pt x="98048" y="80137"/>
                  </a:moveTo>
                  <a:cubicBezTo>
                    <a:pt x="98175" y="75946"/>
                    <a:pt x="98048" y="72898"/>
                    <a:pt x="97667" y="71374"/>
                  </a:cubicBezTo>
                  <a:lnTo>
                    <a:pt x="103255" y="70104"/>
                  </a:lnTo>
                  <a:lnTo>
                    <a:pt x="98175" y="72644"/>
                  </a:lnTo>
                  <a:cubicBezTo>
                    <a:pt x="97667" y="71501"/>
                    <a:pt x="96905" y="70739"/>
                    <a:pt x="95762" y="69723"/>
                  </a:cubicBezTo>
                  <a:lnTo>
                    <a:pt x="99445" y="65278"/>
                  </a:lnTo>
                  <a:lnTo>
                    <a:pt x="96143" y="69977"/>
                  </a:lnTo>
                  <a:cubicBezTo>
                    <a:pt x="85348" y="62357"/>
                    <a:pt x="81792" y="58674"/>
                    <a:pt x="79506" y="54610"/>
                  </a:cubicBezTo>
                  <a:cubicBezTo>
                    <a:pt x="79379" y="54356"/>
                    <a:pt x="79252" y="53975"/>
                    <a:pt x="79125" y="53594"/>
                  </a:cubicBezTo>
                  <a:cubicBezTo>
                    <a:pt x="78236" y="50673"/>
                    <a:pt x="77728" y="45339"/>
                    <a:pt x="77601" y="33528"/>
                  </a:cubicBezTo>
                  <a:lnTo>
                    <a:pt x="83316" y="33401"/>
                  </a:lnTo>
                  <a:lnTo>
                    <a:pt x="77601" y="34036"/>
                  </a:lnTo>
                  <a:cubicBezTo>
                    <a:pt x="77093" y="29718"/>
                    <a:pt x="76585" y="27813"/>
                    <a:pt x="75823" y="25527"/>
                  </a:cubicBezTo>
                  <a:lnTo>
                    <a:pt x="81157" y="23622"/>
                  </a:lnTo>
                  <a:lnTo>
                    <a:pt x="76077" y="26289"/>
                  </a:lnTo>
                  <a:cubicBezTo>
                    <a:pt x="73791" y="21844"/>
                    <a:pt x="71759" y="19304"/>
                    <a:pt x="69981" y="17399"/>
                  </a:cubicBezTo>
                  <a:lnTo>
                    <a:pt x="74045" y="13462"/>
                  </a:lnTo>
                  <a:lnTo>
                    <a:pt x="70362" y="17780"/>
                  </a:lnTo>
                  <a:cubicBezTo>
                    <a:pt x="68203" y="16002"/>
                    <a:pt x="65409" y="14224"/>
                    <a:pt x="62996" y="12954"/>
                  </a:cubicBezTo>
                  <a:lnTo>
                    <a:pt x="65536" y="7874"/>
                  </a:lnTo>
                  <a:lnTo>
                    <a:pt x="63631" y="13208"/>
                  </a:lnTo>
                  <a:cubicBezTo>
                    <a:pt x="60583" y="12192"/>
                    <a:pt x="57916" y="11557"/>
                    <a:pt x="54614" y="11303"/>
                  </a:cubicBezTo>
                  <a:lnTo>
                    <a:pt x="54995" y="5588"/>
                  </a:lnTo>
                  <a:lnTo>
                    <a:pt x="55249" y="11303"/>
                  </a:lnTo>
                  <a:cubicBezTo>
                    <a:pt x="52201" y="11430"/>
                    <a:pt x="49661" y="11938"/>
                    <a:pt x="46486" y="12827"/>
                  </a:cubicBezTo>
                  <a:lnTo>
                    <a:pt x="44835" y="7366"/>
                  </a:lnTo>
                  <a:lnTo>
                    <a:pt x="47248" y="12573"/>
                  </a:lnTo>
                  <a:cubicBezTo>
                    <a:pt x="44454" y="13843"/>
                    <a:pt x="41660" y="15621"/>
                    <a:pt x="39120" y="17653"/>
                  </a:cubicBezTo>
                  <a:lnTo>
                    <a:pt x="35564" y="13208"/>
                  </a:lnTo>
                  <a:lnTo>
                    <a:pt x="39628" y="17145"/>
                  </a:lnTo>
                  <a:cubicBezTo>
                    <a:pt x="37850" y="18923"/>
                    <a:pt x="35945" y="21463"/>
                    <a:pt x="34548" y="23749"/>
                  </a:cubicBezTo>
                  <a:lnTo>
                    <a:pt x="29722" y="20828"/>
                  </a:lnTo>
                  <a:lnTo>
                    <a:pt x="34802" y="23241"/>
                  </a:lnTo>
                  <a:cubicBezTo>
                    <a:pt x="33786" y="25273"/>
                    <a:pt x="32897" y="27813"/>
                    <a:pt x="32389" y="29972"/>
                  </a:cubicBezTo>
                  <a:lnTo>
                    <a:pt x="26801" y="28575"/>
                  </a:lnTo>
                  <a:lnTo>
                    <a:pt x="32516" y="29210"/>
                  </a:lnTo>
                  <a:cubicBezTo>
                    <a:pt x="32389" y="30607"/>
                    <a:pt x="32262" y="33655"/>
                    <a:pt x="32008" y="37338"/>
                  </a:cubicBezTo>
                  <a:cubicBezTo>
                    <a:pt x="31881" y="41275"/>
                    <a:pt x="31627" y="45847"/>
                    <a:pt x="31373" y="48768"/>
                  </a:cubicBezTo>
                  <a:cubicBezTo>
                    <a:pt x="31373" y="49276"/>
                    <a:pt x="31246" y="49784"/>
                    <a:pt x="31119" y="50165"/>
                  </a:cubicBezTo>
                  <a:cubicBezTo>
                    <a:pt x="31119" y="50419"/>
                    <a:pt x="30992" y="50546"/>
                    <a:pt x="30992" y="50800"/>
                  </a:cubicBezTo>
                  <a:cubicBezTo>
                    <a:pt x="29976" y="54483"/>
                    <a:pt x="27436" y="58547"/>
                    <a:pt x="24642" y="61595"/>
                  </a:cubicBezTo>
                  <a:cubicBezTo>
                    <a:pt x="24388" y="61849"/>
                    <a:pt x="24134" y="62103"/>
                    <a:pt x="23753" y="62357"/>
                  </a:cubicBezTo>
                  <a:cubicBezTo>
                    <a:pt x="12831" y="70104"/>
                    <a:pt x="12069" y="70866"/>
                    <a:pt x="11434" y="71628"/>
                  </a:cubicBezTo>
                  <a:lnTo>
                    <a:pt x="7116" y="67945"/>
                  </a:lnTo>
                  <a:lnTo>
                    <a:pt x="12196" y="70485"/>
                  </a:lnTo>
                  <a:cubicBezTo>
                    <a:pt x="12069" y="70739"/>
                    <a:pt x="11307" y="72009"/>
                    <a:pt x="11307" y="80137"/>
                  </a:cubicBezTo>
                  <a:cubicBezTo>
                    <a:pt x="11307" y="83312"/>
                    <a:pt x="8640" y="85852"/>
                    <a:pt x="5592" y="85725"/>
                  </a:cubicBezTo>
                  <a:cubicBezTo>
                    <a:pt x="2544" y="85598"/>
                    <a:pt x="-123" y="83058"/>
                    <a:pt x="4" y="80010"/>
                  </a:cubicBezTo>
                  <a:cubicBezTo>
                    <a:pt x="131" y="71882"/>
                    <a:pt x="639" y="68326"/>
                    <a:pt x="2163" y="65405"/>
                  </a:cubicBezTo>
                  <a:cubicBezTo>
                    <a:pt x="2417" y="65024"/>
                    <a:pt x="2671" y="64643"/>
                    <a:pt x="2925" y="64262"/>
                  </a:cubicBezTo>
                  <a:cubicBezTo>
                    <a:pt x="4703" y="62230"/>
                    <a:pt x="6862" y="60452"/>
                    <a:pt x="17276" y="53086"/>
                  </a:cubicBezTo>
                  <a:lnTo>
                    <a:pt x="20578" y="57785"/>
                  </a:lnTo>
                  <a:lnTo>
                    <a:pt x="16514" y="53848"/>
                  </a:lnTo>
                  <a:cubicBezTo>
                    <a:pt x="18165" y="52070"/>
                    <a:pt x="19562" y="49530"/>
                    <a:pt x="20070" y="47752"/>
                  </a:cubicBezTo>
                  <a:lnTo>
                    <a:pt x="25531" y="49403"/>
                  </a:lnTo>
                  <a:lnTo>
                    <a:pt x="19943" y="48387"/>
                  </a:lnTo>
                  <a:cubicBezTo>
                    <a:pt x="19943" y="48260"/>
                    <a:pt x="20070" y="48006"/>
                    <a:pt x="20070" y="47625"/>
                  </a:cubicBezTo>
                  <a:cubicBezTo>
                    <a:pt x="20324" y="45339"/>
                    <a:pt x="20578" y="41148"/>
                    <a:pt x="20705" y="37084"/>
                  </a:cubicBezTo>
                  <a:cubicBezTo>
                    <a:pt x="20832" y="33655"/>
                    <a:pt x="20959" y="30099"/>
                    <a:pt x="21213" y="28194"/>
                  </a:cubicBezTo>
                  <a:cubicBezTo>
                    <a:pt x="21213" y="27940"/>
                    <a:pt x="21340" y="27686"/>
                    <a:pt x="21340" y="27559"/>
                  </a:cubicBezTo>
                  <a:cubicBezTo>
                    <a:pt x="22102" y="24638"/>
                    <a:pt x="23245" y="21336"/>
                    <a:pt x="24515" y="18542"/>
                  </a:cubicBezTo>
                  <a:cubicBezTo>
                    <a:pt x="24642" y="18415"/>
                    <a:pt x="24642" y="18161"/>
                    <a:pt x="24769" y="18034"/>
                  </a:cubicBezTo>
                  <a:cubicBezTo>
                    <a:pt x="26547" y="15113"/>
                    <a:pt x="29087" y="11811"/>
                    <a:pt x="31373" y="9398"/>
                  </a:cubicBezTo>
                  <a:cubicBezTo>
                    <a:pt x="31500" y="9271"/>
                    <a:pt x="31754" y="9017"/>
                    <a:pt x="31881" y="8890"/>
                  </a:cubicBezTo>
                  <a:cubicBezTo>
                    <a:pt x="35183" y="6223"/>
                    <a:pt x="38866" y="3937"/>
                    <a:pt x="42549" y="2286"/>
                  </a:cubicBezTo>
                  <a:cubicBezTo>
                    <a:pt x="42803" y="2159"/>
                    <a:pt x="43057" y="2032"/>
                    <a:pt x="43311" y="2032"/>
                  </a:cubicBezTo>
                  <a:cubicBezTo>
                    <a:pt x="47248" y="889"/>
                    <a:pt x="50677" y="254"/>
                    <a:pt x="54741" y="0"/>
                  </a:cubicBezTo>
                  <a:cubicBezTo>
                    <a:pt x="54995" y="0"/>
                    <a:pt x="55249" y="0"/>
                    <a:pt x="55376" y="0"/>
                  </a:cubicBezTo>
                  <a:cubicBezTo>
                    <a:pt x="59821" y="254"/>
                    <a:pt x="63377" y="1016"/>
                    <a:pt x="67314" y="2413"/>
                  </a:cubicBezTo>
                  <a:cubicBezTo>
                    <a:pt x="67568" y="2540"/>
                    <a:pt x="67822" y="2540"/>
                    <a:pt x="67949" y="2667"/>
                  </a:cubicBezTo>
                  <a:cubicBezTo>
                    <a:pt x="71124" y="4191"/>
                    <a:pt x="74680" y="6604"/>
                    <a:pt x="77601" y="9017"/>
                  </a:cubicBezTo>
                  <a:cubicBezTo>
                    <a:pt x="77728" y="9144"/>
                    <a:pt x="77855" y="9271"/>
                    <a:pt x="77982" y="9398"/>
                  </a:cubicBezTo>
                  <a:cubicBezTo>
                    <a:pt x="80649" y="12192"/>
                    <a:pt x="83189" y="15621"/>
                    <a:pt x="85983" y="20828"/>
                  </a:cubicBezTo>
                  <a:cubicBezTo>
                    <a:pt x="86110" y="21082"/>
                    <a:pt x="86237" y="21336"/>
                    <a:pt x="86364" y="21590"/>
                  </a:cubicBezTo>
                  <a:cubicBezTo>
                    <a:pt x="87507" y="24892"/>
                    <a:pt x="88142" y="27686"/>
                    <a:pt x="88777" y="32639"/>
                  </a:cubicBezTo>
                  <a:cubicBezTo>
                    <a:pt x="88777" y="32766"/>
                    <a:pt x="88777" y="33020"/>
                    <a:pt x="88777" y="33147"/>
                  </a:cubicBezTo>
                  <a:cubicBezTo>
                    <a:pt x="88904" y="45339"/>
                    <a:pt x="89539" y="48895"/>
                    <a:pt x="89793" y="49784"/>
                  </a:cubicBezTo>
                  <a:lnTo>
                    <a:pt x="84332" y="51562"/>
                  </a:lnTo>
                  <a:lnTo>
                    <a:pt x="89285" y="48895"/>
                  </a:lnTo>
                  <a:cubicBezTo>
                    <a:pt x="90174" y="50419"/>
                    <a:pt x="91698" y="52832"/>
                    <a:pt x="102493" y="60325"/>
                  </a:cubicBezTo>
                  <a:cubicBezTo>
                    <a:pt x="102620" y="60452"/>
                    <a:pt x="102747" y="60452"/>
                    <a:pt x="102874" y="60579"/>
                  </a:cubicBezTo>
                  <a:cubicBezTo>
                    <a:pt x="105033" y="62357"/>
                    <a:pt x="106811" y="64389"/>
                    <a:pt x="108208" y="67183"/>
                  </a:cubicBezTo>
                  <a:cubicBezTo>
                    <a:pt x="108462" y="67564"/>
                    <a:pt x="108589" y="67945"/>
                    <a:pt x="108589" y="68453"/>
                  </a:cubicBezTo>
                  <a:cubicBezTo>
                    <a:pt x="109224" y="71501"/>
                    <a:pt x="109351" y="75819"/>
                    <a:pt x="109224" y="80137"/>
                  </a:cubicBezTo>
                  <a:cubicBezTo>
                    <a:pt x="109097" y="83312"/>
                    <a:pt x="106430" y="85725"/>
                    <a:pt x="103255" y="85598"/>
                  </a:cubicBezTo>
                  <a:cubicBezTo>
                    <a:pt x="100080" y="85471"/>
                    <a:pt x="97667" y="82804"/>
                    <a:pt x="97794" y="79629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76860" y="165354"/>
              <a:ext cx="61722" cy="11430"/>
            </a:xfrm>
            <a:custGeom>
              <a:avLst/>
              <a:gdLst/>
              <a:ahLst/>
              <a:cxnLst/>
              <a:rect l="l" t="t" r="r" b="b"/>
              <a:pathLst>
                <a:path w="61722" h="11430" extrusionOk="0">
                  <a:moveTo>
                    <a:pt x="5715" y="0"/>
                  </a:moveTo>
                  <a:lnTo>
                    <a:pt x="56007" y="0"/>
                  </a:lnTo>
                  <a:cubicBezTo>
                    <a:pt x="59182" y="0"/>
                    <a:pt x="61722" y="2540"/>
                    <a:pt x="61722" y="5715"/>
                  </a:cubicBezTo>
                  <a:cubicBezTo>
                    <a:pt x="61722" y="8890"/>
                    <a:pt x="59182" y="11430"/>
                    <a:pt x="56007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99263" y="200025"/>
              <a:ext cx="109347" cy="11430"/>
            </a:xfrm>
            <a:custGeom>
              <a:avLst/>
              <a:gdLst/>
              <a:ahLst/>
              <a:cxnLst/>
              <a:rect l="l" t="t" r="r" b="b"/>
              <a:pathLst>
                <a:path w="109347" h="11430" extrusionOk="0">
                  <a:moveTo>
                    <a:pt x="103632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103632" y="0"/>
                  </a:lnTo>
                  <a:cubicBezTo>
                    <a:pt x="106807" y="0"/>
                    <a:pt x="109347" y="2540"/>
                    <a:pt x="109347" y="5715"/>
                  </a:cubicBezTo>
                  <a:cubicBezTo>
                    <a:pt x="109347" y="8890"/>
                    <a:pt x="106807" y="11430"/>
                    <a:pt x="103632" y="1143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338455" y="190373"/>
              <a:ext cx="11430" cy="192659"/>
            </a:xfrm>
            <a:custGeom>
              <a:avLst/>
              <a:gdLst/>
              <a:ahLst/>
              <a:cxnLst/>
              <a:rect l="l" t="t" r="r" b="b"/>
              <a:pathLst>
                <a:path w="11430" h="192659" extrusionOk="0">
                  <a:moveTo>
                    <a:pt x="11430" y="5715"/>
                  </a:moveTo>
                  <a:lnTo>
                    <a:pt x="11430" y="186944"/>
                  </a:lnTo>
                  <a:cubicBezTo>
                    <a:pt x="11430" y="190119"/>
                    <a:pt x="8890" y="192659"/>
                    <a:pt x="5715" y="192659"/>
                  </a:cubicBezTo>
                  <a:cubicBezTo>
                    <a:pt x="2540" y="192659"/>
                    <a:pt x="0" y="190119"/>
                    <a:pt x="0" y="186944"/>
                  </a:cubicBez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69545" y="382778"/>
              <a:ext cx="154559" cy="11430"/>
            </a:xfrm>
            <a:custGeom>
              <a:avLst/>
              <a:gdLst/>
              <a:ahLst/>
              <a:cxnLst/>
              <a:rect l="l" t="t" r="r" b="b"/>
              <a:pathLst>
                <a:path w="154559" h="11430" extrusionOk="0">
                  <a:moveTo>
                    <a:pt x="148844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148844" y="0"/>
                  </a:lnTo>
                  <a:cubicBezTo>
                    <a:pt x="152019" y="0"/>
                    <a:pt x="154559" y="2540"/>
                    <a:pt x="154559" y="5715"/>
                  </a:cubicBezTo>
                  <a:cubicBezTo>
                    <a:pt x="154559" y="8890"/>
                    <a:pt x="152019" y="11430"/>
                    <a:pt x="148844" y="1143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58115" y="176657"/>
              <a:ext cx="11430" cy="192659"/>
            </a:xfrm>
            <a:custGeom>
              <a:avLst/>
              <a:gdLst/>
              <a:ahLst/>
              <a:cxnLst/>
              <a:rect l="l" t="t" r="r" b="b"/>
              <a:pathLst>
                <a:path w="11430" h="192659" extrusionOk="0">
                  <a:moveTo>
                    <a:pt x="0" y="186944"/>
                  </a:move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lnTo>
                    <a:pt x="11430" y="186944"/>
                  </a:lnTo>
                  <a:cubicBezTo>
                    <a:pt x="11430" y="190119"/>
                    <a:pt x="8890" y="192659"/>
                    <a:pt x="5715" y="192659"/>
                  </a:cubicBezTo>
                  <a:cubicBezTo>
                    <a:pt x="2540" y="192659"/>
                    <a:pt x="0" y="190119"/>
                    <a:pt x="0" y="186944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74498" y="165354"/>
              <a:ext cx="56769" cy="11430"/>
            </a:xfrm>
            <a:custGeom>
              <a:avLst/>
              <a:gdLst/>
              <a:ahLst/>
              <a:cxnLst/>
              <a:rect l="l" t="t" r="r" b="b"/>
              <a:pathLst>
                <a:path w="56769" h="11430" extrusionOk="0">
                  <a:moveTo>
                    <a:pt x="5715" y="0"/>
                  </a:moveTo>
                  <a:lnTo>
                    <a:pt x="51054" y="0"/>
                  </a:lnTo>
                  <a:cubicBezTo>
                    <a:pt x="54229" y="0"/>
                    <a:pt x="56769" y="2540"/>
                    <a:pt x="56769" y="5715"/>
                  </a:cubicBezTo>
                  <a:cubicBezTo>
                    <a:pt x="56769" y="8890"/>
                    <a:pt x="54229" y="11430"/>
                    <a:pt x="51054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599945" y="6597545"/>
            <a:ext cx="390904" cy="381125"/>
            <a:chOff x="63373" y="63500"/>
            <a:chExt cx="390906" cy="381127"/>
          </a:xfrm>
        </p:grpSpPr>
        <p:sp>
          <p:nvSpPr>
            <p:cNvPr id="152" name="Google Shape;152;p3"/>
            <p:cNvSpPr/>
            <p:nvPr/>
          </p:nvSpPr>
          <p:spPr>
            <a:xfrm>
              <a:off x="68326" y="68199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 extrusionOk="0">
                  <a:moveTo>
                    <a:pt x="0" y="316230"/>
                  </a:moveTo>
                  <a:lnTo>
                    <a:pt x="0" y="55245"/>
                  </a:lnTo>
                  <a:cubicBezTo>
                    <a:pt x="0" y="51562"/>
                    <a:pt x="381" y="48006"/>
                    <a:pt x="1016" y="44450"/>
                  </a:cubicBezTo>
                  <a:cubicBezTo>
                    <a:pt x="1651" y="40894"/>
                    <a:pt x="2794" y="37465"/>
                    <a:pt x="4191" y="34036"/>
                  </a:cubicBezTo>
                  <a:cubicBezTo>
                    <a:pt x="5588" y="30607"/>
                    <a:pt x="7239" y="27559"/>
                    <a:pt x="9271" y="24511"/>
                  </a:cubicBezTo>
                  <a:cubicBezTo>
                    <a:pt x="11303" y="21463"/>
                    <a:pt x="13589" y="18669"/>
                    <a:pt x="16129" y="16129"/>
                  </a:cubicBezTo>
                  <a:cubicBezTo>
                    <a:pt x="18669" y="13589"/>
                    <a:pt x="21463" y="11303"/>
                    <a:pt x="24511" y="9271"/>
                  </a:cubicBezTo>
                  <a:cubicBezTo>
                    <a:pt x="27559" y="7239"/>
                    <a:pt x="30734" y="5588"/>
                    <a:pt x="34036" y="4191"/>
                  </a:cubicBezTo>
                  <a:cubicBezTo>
                    <a:pt x="37338" y="2794"/>
                    <a:pt x="40894" y="1778"/>
                    <a:pt x="44450" y="1016"/>
                  </a:cubicBezTo>
                  <a:cubicBezTo>
                    <a:pt x="48006" y="254"/>
                    <a:pt x="51562" y="0"/>
                    <a:pt x="55245" y="0"/>
                  </a:cubicBezTo>
                  <a:lnTo>
                    <a:pt x="325755" y="0"/>
                  </a:lnTo>
                  <a:cubicBezTo>
                    <a:pt x="329438" y="0"/>
                    <a:pt x="332994" y="381"/>
                    <a:pt x="336550" y="1016"/>
                  </a:cubicBezTo>
                  <a:cubicBezTo>
                    <a:pt x="340106" y="1651"/>
                    <a:pt x="343535" y="2794"/>
                    <a:pt x="346964" y="4191"/>
                  </a:cubicBezTo>
                  <a:cubicBezTo>
                    <a:pt x="350393" y="5588"/>
                    <a:pt x="353441" y="7239"/>
                    <a:pt x="356489" y="9271"/>
                  </a:cubicBezTo>
                  <a:cubicBezTo>
                    <a:pt x="359537" y="11303"/>
                    <a:pt x="362331" y="13589"/>
                    <a:pt x="364871" y="16129"/>
                  </a:cubicBezTo>
                  <a:cubicBezTo>
                    <a:pt x="367411" y="18669"/>
                    <a:pt x="369697" y="21463"/>
                    <a:pt x="371729" y="24511"/>
                  </a:cubicBezTo>
                  <a:cubicBezTo>
                    <a:pt x="373761" y="27559"/>
                    <a:pt x="375412" y="30734"/>
                    <a:pt x="376809" y="34036"/>
                  </a:cubicBezTo>
                  <a:cubicBezTo>
                    <a:pt x="378206" y="37338"/>
                    <a:pt x="379222" y="40894"/>
                    <a:pt x="379984" y="44450"/>
                  </a:cubicBezTo>
                  <a:cubicBezTo>
                    <a:pt x="380746" y="48006"/>
                    <a:pt x="381000" y="51562"/>
                    <a:pt x="381000" y="55245"/>
                  </a:cubicBezTo>
                  <a:lnTo>
                    <a:pt x="381000" y="316230"/>
                  </a:lnTo>
                  <a:cubicBezTo>
                    <a:pt x="381000" y="319913"/>
                    <a:pt x="380619" y="323469"/>
                    <a:pt x="379984" y="327025"/>
                  </a:cubicBezTo>
                  <a:cubicBezTo>
                    <a:pt x="379349" y="330581"/>
                    <a:pt x="378206" y="334010"/>
                    <a:pt x="376809" y="337439"/>
                  </a:cubicBezTo>
                  <a:cubicBezTo>
                    <a:pt x="375412" y="340868"/>
                    <a:pt x="373761" y="343916"/>
                    <a:pt x="371729" y="346964"/>
                  </a:cubicBezTo>
                  <a:cubicBezTo>
                    <a:pt x="369697" y="350012"/>
                    <a:pt x="367411" y="352806"/>
                    <a:pt x="364871" y="355346"/>
                  </a:cubicBezTo>
                  <a:cubicBezTo>
                    <a:pt x="362331" y="357886"/>
                    <a:pt x="359537" y="360172"/>
                    <a:pt x="356489" y="362204"/>
                  </a:cubicBezTo>
                  <a:cubicBezTo>
                    <a:pt x="353441" y="364236"/>
                    <a:pt x="350266" y="365887"/>
                    <a:pt x="346964" y="367284"/>
                  </a:cubicBezTo>
                  <a:cubicBezTo>
                    <a:pt x="343662" y="368681"/>
                    <a:pt x="340106" y="369697"/>
                    <a:pt x="336550" y="370459"/>
                  </a:cubicBezTo>
                  <a:cubicBezTo>
                    <a:pt x="332994" y="371221"/>
                    <a:pt x="329438" y="371475"/>
                    <a:pt x="325755" y="371475"/>
                  </a:cubicBezTo>
                  <a:lnTo>
                    <a:pt x="55245" y="371475"/>
                  </a:lnTo>
                  <a:cubicBezTo>
                    <a:pt x="51562" y="371475"/>
                    <a:pt x="48006" y="371094"/>
                    <a:pt x="44450" y="370459"/>
                  </a:cubicBezTo>
                  <a:cubicBezTo>
                    <a:pt x="40894" y="369824"/>
                    <a:pt x="37465" y="368681"/>
                    <a:pt x="34036" y="367284"/>
                  </a:cubicBezTo>
                  <a:cubicBezTo>
                    <a:pt x="30607" y="365887"/>
                    <a:pt x="27559" y="364236"/>
                    <a:pt x="24511" y="362204"/>
                  </a:cubicBezTo>
                  <a:cubicBezTo>
                    <a:pt x="21463" y="360172"/>
                    <a:pt x="18669" y="357886"/>
                    <a:pt x="16129" y="355346"/>
                  </a:cubicBezTo>
                  <a:cubicBezTo>
                    <a:pt x="13589" y="352806"/>
                    <a:pt x="11303" y="350012"/>
                    <a:pt x="9271" y="346964"/>
                  </a:cubicBezTo>
                  <a:cubicBezTo>
                    <a:pt x="7239" y="343916"/>
                    <a:pt x="5588" y="340741"/>
                    <a:pt x="4191" y="337439"/>
                  </a:cubicBezTo>
                  <a:cubicBezTo>
                    <a:pt x="2794" y="334137"/>
                    <a:pt x="1778" y="330581"/>
                    <a:pt x="1016" y="327025"/>
                  </a:cubicBezTo>
                  <a:cubicBezTo>
                    <a:pt x="254" y="323469"/>
                    <a:pt x="0" y="319913"/>
                    <a:pt x="0" y="3162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63373" y="63500"/>
              <a:ext cx="390906" cy="381127"/>
            </a:xfrm>
            <a:custGeom>
              <a:avLst/>
              <a:gdLst/>
              <a:ahLst/>
              <a:cxnLst/>
              <a:rect l="l" t="t" r="r" b="b"/>
              <a:pathLst>
                <a:path w="390906" h="381127" extrusionOk="0">
                  <a:moveTo>
                    <a:pt x="127" y="320929"/>
                  </a:moveTo>
                  <a:lnTo>
                    <a:pt x="127" y="59944"/>
                  </a:lnTo>
                  <a:lnTo>
                    <a:pt x="4953" y="59944"/>
                  </a:lnTo>
                  <a:lnTo>
                    <a:pt x="127" y="59944"/>
                  </a:lnTo>
                  <a:cubicBezTo>
                    <a:pt x="127" y="56007"/>
                    <a:pt x="508" y="52070"/>
                    <a:pt x="1270" y="48260"/>
                  </a:cubicBezTo>
                  <a:cubicBezTo>
                    <a:pt x="2032" y="44450"/>
                    <a:pt x="3175" y="40640"/>
                    <a:pt x="4699" y="36957"/>
                  </a:cubicBezTo>
                  <a:lnTo>
                    <a:pt x="9144" y="38735"/>
                  </a:lnTo>
                  <a:lnTo>
                    <a:pt x="4699" y="36957"/>
                  </a:lnTo>
                  <a:cubicBezTo>
                    <a:pt x="6223" y="33274"/>
                    <a:pt x="8001" y="29845"/>
                    <a:pt x="10287" y="26543"/>
                  </a:cubicBezTo>
                  <a:lnTo>
                    <a:pt x="14224" y="29210"/>
                  </a:lnTo>
                  <a:lnTo>
                    <a:pt x="10287" y="26670"/>
                  </a:lnTo>
                  <a:cubicBezTo>
                    <a:pt x="12446" y="23368"/>
                    <a:pt x="14986" y="20320"/>
                    <a:pt x="17780" y="17526"/>
                  </a:cubicBezTo>
                  <a:cubicBezTo>
                    <a:pt x="20574" y="14732"/>
                    <a:pt x="23622" y="12192"/>
                    <a:pt x="26924" y="10033"/>
                  </a:cubicBezTo>
                  <a:lnTo>
                    <a:pt x="29591" y="13970"/>
                  </a:lnTo>
                  <a:lnTo>
                    <a:pt x="26797" y="10160"/>
                  </a:lnTo>
                  <a:cubicBezTo>
                    <a:pt x="30099" y="8001"/>
                    <a:pt x="33528" y="6096"/>
                    <a:pt x="37211" y="4572"/>
                  </a:cubicBezTo>
                  <a:cubicBezTo>
                    <a:pt x="40894" y="3048"/>
                    <a:pt x="44577" y="1905"/>
                    <a:pt x="48514" y="1143"/>
                  </a:cubicBezTo>
                  <a:cubicBezTo>
                    <a:pt x="52324" y="381"/>
                    <a:pt x="56261" y="0"/>
                    <a:pt x="60198" y="0"/>
                  </a:cubicBezTo>
                  <a:lnTo>
                    <a:pt x="60198" y="4826"/>
                  </a:lnTo>
                  <a:lnTo>
                    <a:pt x="60198" y="0"/>
                  </a:lnTo>
                  <a:lnTo>
                    <a:pt x="330708" y="0"/>
                  </a:lnTo>
                  <a:lnTo>
                    <a:pt x="330708" y="4826"/>
                  </a:lnTo>
                  <a:lnTo>
                    <a:pt x="330708" y="0"/>
                  </a:lnTo>
                  <a:cubicBezTo>
                    <a:pt x="334645" y="0"/>
                    <a:pt x="338582" y="381"/>
                    <a:pt x="342392" y="1143"/>
                  </a:cubicBezTo>
                  <a:cubicBezTo>
                    <a:pt x="346202" y="1905"/>
                    <a:pt x="350012" y="3048"/>
                    <a:pt x="353695" y="4572"/>
                  </a:cubicBezTo>
                  <a:cubicBezTo>
                    <a:pt x="357378" y="6096"/>
                    <a:pt x="360807" y="7874"/>
                    <a:pt x="364109" y="10160"/>
                  </a:cubicBezTo>
                  <a:lnTo>
                    <a:pt x="361442" y="14097"/>
                  </a:lnTo>
                  <a:lnTo>
                    <a:pt x="364109" y="10160"/>
                  </a:lnTo>
                  <a:cubicBezTo>
                    <a:pt x="367411" y="12319"/>
                    <a:pt x="370459" y="14859"/>
                    <a:pt x="373253" y="17653"/>
                  </a:cubicBezTo>
                  <a:cubicBezTo>
                    <a:pt x="376047" y="20447"/>
                    <a:pt x="378587" y="23495"/>
                    <a:pt x="380746" y="26797"/>
                  </a:cubicBezTo>
                  <a:cubicBezTo>
                    <a:pt x="382905" y="30099"/>
                    <a:pt x="384810" y="33528"/>
                    <a:pt x="386334" y="37211"/>
                  </a:cubicBezTo>
                  <a:lnTo>
                    <a:pt x="381889" y="38989"/>
                  </a:lnTo>
                  <a:lnTo>
                    <a:pt x="386334" y="37211"/>
                  </a:lnTo>
                  <a:cubicBezTo>
                    <a:pt x="387858" y="40894"/>
                    <a:pt x="389001" y="44577"/>
                    <a:pt x="389763" y="48514"/>
                  </a:cubicBezTo>
                  <a:cubicBezTo>
                    <a:pt x="390525" y="52324"/>
                    <a:pt x="390906" y="56261"/>
                    <a:pt x="390906" y="60198"/>
                  </a:cubicBezTo>
                  <a:lnTo>
                    <a:pt x="386080" y="60198"/>
                  </a:lnTo>
                  <a:lnTo>
                    <a:pt x="390906" y="60198"/>
                  </a:lnTo>
                  <a:lnTo>
                    <a:pt x="390906" y="320929"/>
                  </a:lnTo>
                  <a:lnTo>
                    <a:pt x="386080" y="320929"/>
                  </a:lnTo>
                  <a:lnTo>
                    <a:pt x="390906" y="320929"/>
                  </a:lnTo>
                  <a:cubicBezTo>
                    <a:pt x="390906" y="324866"/>
                    <a:pt x="390525" y="328803"/>
                    <a:pt x="389763" y="332613"/>
                  </a:cubicBezTo>
                  <a:cubicBezTo>
                    <a:pt x="389001" y="336423"/>
                    <a:pt x="387858" y="340233"/>
                    <a:pt x="386334" y="343916"/>
                  </a:cubicBezTo>
                  <a:lnTo>
                    <a:pt x="381889" y="342138"/>
                  </a:lnTo>
                  <a:lnTo>
                    <a:pt x="386334" y="343916"/>
                  </a:lnTo>
                  <a:cubicBezTo>
                    <a:pt x="384810" y="347599"/>
                    <a:pt x="383032" y="351028"/>
                    <a:pt x="380746" y="354330"/>
                  </a:cubicBezTo>
                  <a:cubicBezTo>
                    <a:pt x="378587" y="357632"/>
                    <a:pt x="376047" y="360680"/>
                    <a:pt x="373253" y="363474"/>
                  </a:cubicBezTo>
                  <a:cubicBezTo>
                    <a:pt x="370459" y="366268"/>
                    <a:pt x="367411" y="368808"/>
                    <a:pt x="364109" y="370967"/>
                  </a:cubicBezTo>
                  <a:lnTo>
                    <a:pt x="361442" y="367030"/>
                  </a:lnTo>
                  <a:lnTo>
                    <a:pt x="364109" y="370967"/>
                  </a:lnTo>
                  <a:cubicBezTo>
                    <a:pt x="360807" y="373126"/>
                    <a:pt x="357378" y="375031"/>
                    <a:pt x="353695" y="376555"/>
                  </a:cubicBezTo>
                  <a:cubicBezTo>
                    <a:pt x="350012" y="378079"/>
                    <a:pt x="346329" y="379222"/>
                    <a:pt x="342392" y="379984"/>
                  </a:cubicBezTo>
                  <a:cubicBezTo>
                    <a:pt x="338582" y="380746"/>
                    <a:pt x="334645" y="381127"/>
                    <a:pt x="330708" y="381127"/>
                  </a:cubicBezTo>
                  <a:lnTo>
                    <a:pt x="330708" y="376301"/>
                  </a:lnTo>
                  <a:lnTo>
                    <a:pt x="330708" y="381000"/>
                  </a:lnTo>
                  <a:lnTo>
                    <a:pt x="60198" y="381000"/>
                  </a:lnTo>
                  <a:lnTo>
                    <a:pt x="60198" y="376174"/>
                  </a:lnTo>
                  <a:lnTo>
                    <a:pt x="60198" y="381000"/>
                  </a:lnTo>
                  <a:cubicBezTo>
                    <a:pt x="56261" y="381000"/>
                    <a:pt x="52324" y="380619"/>
                    <a:pt x="48514" y="379857"/>
                  </a:cubicBezTo>
                  <a:cubicBezTo>
                    <a:pt x="44704" y="379095"/>
                    <a:pt x="40894" y="377952"/>
                    <a:pt x="37211" y="376428"/>
                  </a:cubicBezTo>
                  <a:cubicBezTo>
                    <a:pt x="33528" y="374904"/>
                    <a:pt x="30099" y="373126"/>
                    <a:pt x="26797" y="370840"/>
                  </a:cubicBezTo>
                  <a:lnTo>
                    <a:pt x="29464" y="366903"/>
                  </a:lnTo>
                  <a:lnTo>
                    <a:pt x="26797" y="370840"/>
                  </a:lnTo>
                  <a:cubicBezTo>
                    <a:pt x="23495" y="368681"/>
                    <a:pt x="20447" y="366141"/>
                    <a:pt x="17653" y="363347"/>
                  </a:cubicBezTo>
                  <a:cubicBezTo>
                    <a:pt x="14859" y="360553"/>
                    <a:pt x="12319" y="357505"/>
                    <a:pt x="10160" y="354203"/>
                  </a:cubicBezTo>
                  <a:lnTo>
                    <a:pt x="14097" y="351536"/>
                  </a:lnTo>
                  <a:lnTo>
                    <a:pt x="10160" y="354203"/>
                  </a:lnTo>
                  <a:cubicBezTo>
                    <a:pt x="8001" y="350901"/>
                    <a:pt x="6096" y="347472"/>
                    <a:pt x="4572" y="343789"/>
                  </a:cubicBezTo>
                  <a:lnTo>
                    <a:pt x="9017" y="342011"/>
                  </a:lnTo>
                  <a:lnTo>
                    <a:pt x="4572" y="343789"/>
                  </a:lnTo>
                  <a:cubicBezTo>
                    <a:pt x="3048" y="340106"/>
                    <a:pt x="1905" y="336423"/>
                    <a:pt x="1143" y="332486"/>
                  </a:cubicBezTo>
                  <a:cubicBezTo>
                    <a:pt x="381" y="328676"/>
                    <a:pt x="0" y="324739"/>
                    <a:pt x="0" y="320802"/>
                  </a:cubicBezTo>
                  <a:lnTo>
                    <a:pt x="4826" y="320802"/>
                  </a:lnTo>
                  <a:lnTo>
                    <a:pt x="127" y="320802"/>
                  </a:lnTo>
                  <a:moveTo>
                    <a:pt x="9652" y="320802"/>
                  </a:moveTo>
                  <a:cubicBezTo>
                    <a:pt x="9652" y="324104"/>
                    <a:pt x="10033" y="327406"/>
                    <a:pt x="10668" y="330708"/>
                  </a:cubicBezTo>
                  <a:lnTo>
                    <a:pt x="5969" y="331597"/>
                  </a:lnTo>
                  <a:lnTo>
                    <a:pt x="10668" y="330708"/>
                  </a:lnTo>
                  <a:cubicBezTo>
                    <a:pt x="11303" y="334010"/>
                    <a:pt x="12319" y="337058"/>
                    <a:pt x="13589" y="340233"/>
                  </a:cubicBezTo>
                  <a:cubicBezTo>
                    <a:pt x="14859" y="343281"/>
                    <a:pt x="16383" y="346202"/>
                    <a:pt x="18288" y="348996"/>
                  </a:cubicBezTo>
                  <a:cubicBezTo>
                    <a:pt x="20066" y="351790"/>
                    <a:pt x="22225" y="354330"/>
                    <a:pt x="24511" y="356616"/>
                  </a:cubicBezTo>
                  <a:lnTo>
                    <a:pt x="21082" y="360045"/>
                  </a:lnTo>
                  <a:lnTo>
                    <a:pt x="24511" y="356616"/>
                  </a:lnTo>
                  <a:cubicBezTo>
                    <a:pt x="26797" y="358902"/>
                    <a:pt x="29464" y="361061"/>
                    <a:pt x="32131" y="362839"/>
                  </a:cubicBezTo>
                  <a:cubicBezTo>
                    <a:pt x="34798" y="364617"/>
                    <a:pt x="37846" y="366268"/>
                    <a:pt x="40894" y="367538"/>
                  </a:cubicBezTo>
                  <a:lnTo>
                    <a:pt x="39116" y="371983"/>
                  </a:lnTo>
                  <a:lnTo>
                    <a:pt x="40894" y="367538"/>
                  </a:lnTo>
                  <a:cubicBezTo>
                    <a:pt x="43942" y="368808"/>
                    <a:pt x="47117" y="369824"/>
                    <a:pt x="50419" y="370459"/>
                  </a:cubicBezTo>
                  <a:lnTo>
                    <a:pt x="49530" y="375158"/>
                  </a:lnTo>
                  <a:lnTo>
                    <a:pt x="50419" y="370459"/>
                  </a:lnTo>
                  <a:cubicBezTo>
                    <a:pt x="53721" y="371094"/>
                    <a:pt x="57023" y="371475"/>
                    <a:pt x="60325" y="371475"/>
                  </a:cubicBezTo>
                  <a:lnTo>
                    <a:pt x="330835" y="371475"/>
                  </a:lnTo>
                  <a:cubicBezTo>
                    <a:pt x="334137" y="371475"/>
                    <a:pt x="337439" y="371094"/>
                    <a:pt x="340741" y="370459"/>
                  </a:cubicBezTo>
                  <a:lnTo>
                    <a:pt x="341630" y="375158"/>
                  </a:lnTo>
                  <a:lnTo>
                    <a:pt x="340741" y="370459"/>
                  </a:lnTo>
                  <a:cubicBezTo>
                    <a:pt x="344043" y="369824"/>
                    <a:pt x="347091" y="368808"/>
                    <a:pt x="350266" y="367538"/>
                  </a:cubicBezTo>
                  <a:lnTo>
                    <a:pt x="352044" y="371983"/>
                  </a:lnTo>
                  <a:lnTo>
                    <a:pt x="350266" y="367538"/>
                  </a:lnTo>
                  <a:cubicBezTo>
                    <a:pt x="353314" y="366268"/>
                    <a:pt x="356235" y="364744"/>
                    <a:pt x="359029" y="362839"/>
                  </a:cubicBezTo>
                  <a:cubicBezTo>
                    <a:pt x="361823" y="361061"/>
                    <a:pt x="364363" y="358902"/>
                    <a:pt x="366649" y="356616"/>
                  </a:cubicBezTo>
                  <a:lnTo>
                    <a:pt x="370078" y="360045"/>
                  </a:lnTo>
                  <a:lnTo>
                    <a:pt x="366649" y="356616"/>
                  </a:lnTo>
                  <a:cubicBezTo>
                    <a:pt x="368935" y="354330"/>
                    <a:pt x="371094" y="351663"/>
                    <a:pt x="372872" y="348996"/>
                  </a:cubicBezTo>
                  <a:lnTo>
                    <a:pt x="376809" y="351663"/>
                  </a:lnTo>
                  <a:lnTo>
                    <a:pt x="372872" y="348996"/>
                  </a:lnTo>
                  <a:cubicBezTo>
                    <a:pt x="374777" y="346202"/>
                    <a:pt x="376301" y="343281"/>
                    <a:pt x="377571" y="340233"/>
                  </a:cubicBezTo>
                  <a:cubicBezTo>
                    <a:pt x="378841" y="337185"/>
                    <a:pt x="379857" y="334010"/>
                    <a:pt x="380492" y="330708"/>
                  </a:cubicBezTo>
                  <a:lnTo>
                    <a:pt x="385191" y="331597"/>
                  </a:lnTo>
                  <a:lnTo>
                    <a:pt x="380492" y="330708"/>
                  </a:lnTo>
                  <a:cubicBezTo>
                    <a:pt x="381127" y="327406"/>
                    <a:pt x="381508" y="324231"/>
                    <a:pt x="381508" y="320802"/>
                  </a:cubicBezTo>
                  <a:lnTo>
                    <a:pt x="381508" y="59944"/>
                  </a:lnTo>
                  <a:cubicBezTo>
                    <a:pt x="381508" y="56642"/>
                    <a:pt x="381127" y="53340"/>
                    <a:pt x="380492" y="50038"/>
                  </a:cubicBezTo>
                  <a:lnTo>
                    <a:pt x="385191" y="49149"/>
                  </a:lnTo>
                  <a:lnTo>
                    <a:pt x="380492" y="50038"/>
                  </a:lnTo>
                  <a:cubicBezTo>
                    <a:pt x="379857" y="46736"/>
                    <a:pt x="378841" y="43561"/>
                    <a:pt x="377571" y="40513"/>
                  </a:cubicBezTo>
                  <a:cubicBezTo>
                    <a:pt x="376301" y="37465"/>
                    <a:pt x="374777" y="34544"/>
                    <a:pt x="372872" y="31750"/>
                  </a:cubicBezTo>
                  <a:lnTo>
                    <a:pt x="376809" y="29083"/>
                  </a:lnTo>
                  <a:lnTo>
                    <a:pt x="372872" y="31750"/>
                  </a:lnTo>
                  <a:cubicBezTo>
                    <a:pt x="371094" y="28956"/>
                    <a:pt x="368935" y="26416"/>
                    <a:pt x="366649" y="24130"/>
                  </a:cubicBezTo>
                  <a:lnTo>
                    <a:pt x="370078" y="20701"/>
                  </a:lnTo>
                  <a:lnTo>
                    <a:pt x="366649" y="24130"/>
                  </a:lnTo>
                  <a:cubicBezTo>
                    <a:pt x="364363" y="21844"/>
                    <a:pt x="361696" y="19685"/>
                    <a:pt x="359029" y="17907"/>
                  </a:cubicBezTo>
                  <a:cubicBezTo>
                    <a:pt x="356235" y="16129"/>
                    <a:pt x="353314" y="14478"/>
                    <a:pt x="350266" y="13208"/>
                  </a:cubicBezTo>
                  <a:lnTo>
                    <a:pt x="352044" y="8763"/>
                  </a:lnTo>
                  <a:lnTo>
                    <a:pt x="350266" y="13208"/>
                  </a:lnTo>
                  <a:cubicBezTo>
                    <a:pt x="347218" y="11938"/>
                    <a:pt x="344043" y="10922"/>
                    <a:pt x="340741" y="10287"/>
                  </a:cubicBezTo>
                  <a:lnTo>
                    <a:pt x="341630" y="5588"/>
                  </a:lnTo>
                  <a:lnTo>
                    <a:pt x="340741" y="10287"/>
                  </a:lnTo>
                  <a:cubicBezTo>
                    <a:pt x="337439" y="9652"/>
                    <a:pt x="334264" y="9271"/>
                    <a:pt x="330835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lnTo>
                    <a:pt x="49403" y="5588"/>
                  </a:lnTo>
                  <a:lnTo>
                    <a:pt x="50292" y="10287"/>
                  </a:lnTo>
                  <a:cubicBezTo>
                    <a:pt x="46990" y="10922"/>
                    <a:pt x="43942" y="11938"/>
                    <a:pt x="40767" y="13208"/>
                  </a:cubicBezTo>
                  <a:lnTo>
                    <a:pt x="38989" y="8763"/>
                  </a:lnTo>
                  <a:lnTo>
                    <a:pt x="40767" y="13208"/>
                  </a:ln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812"/>
                    <a:pt x="26670" y="21844"/>
                    <a:pt x="24384" y="24130"/>
                  </a:cubicBezTo>
                  <a:lnTo>
                    <a:pt x="20955" y="20701"/>
                  </a:lnTo>
                  <a:lnTo>
                    <a:pt x="24384" y="24130"/>
                  </a:lnTo>
                  <a:cubicBezTo>
                    <a:pt x="22098" y="26416"/>
                    <a:pt x="19939" y="29083"/>
                    <a:pt x="18161" y="31750"/>
                  </a:cubicBez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lnTo>
                    <a:pt x="5842" y="49149"/>
                  </a:lnTo>
                  <a:lnTo>
                    <a:pt x="10541" y="50038"/>
                  </a:lnTo>
                  <a:cubicBezTo>
                    <a:pt x="9906" y="53340"/>
                    <a:pt x="9525" y="56515"/>
                    <a:pt x="9525" y="59944"/>
                  </a:cubicBezTo>
                  <a:lnTo>
                    <a:pt x="9525" y="320929"/>
                  </a:lnTo>
                  <a:close/>
                </a:path>
              </a:pathLst>
            </a:custGeom>
            <a:solidFill>
              <a:srgbClr val="FDF4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337502" y="151876"/>
              <a:ext cx="50864" cy="124012"/>
            </a:xfrm>
            <a:custGeom>
              <a:avLst/>
              <a:gdLst/>
              <a:ahLst/>
              <a:cxnLst/>
              <a:rect l="l" t="t" r="r" b="b"/>
              <a:pathLst>
                <a:path w="50864" h="124012" extrusionOk="0">
                  <a:moveTo>
                    <a:pt x="37910" y="118126"/>
                  </a:moveTo>
                  <a:cubicBezTo>
                    <a:pt x="38799" y="110887"/>
                    <a:pt x="39307" y="102886"/>
                    <a:pt x="39434" y="95647"/>
                  </a:cubicBezTo>
                  <a:lnTo>
                    <a:pt x="45149" y="95647"/>
                  </a:lnTo>
                  <a:lnTo>
                    <a:pt x="39434" y="95901"/>
                  </a:lnTo>
                  <a:cubicBezTo>
                    <a:pt x="39053" y="88535"/>
                    <a:pt x="38164" y="80407"/>
                    <a:pt x="36894" y="72914"/>
                  </a:cubicBezTo>
                  <a:lnTo>
                    <a:pt x="42482" y="71898"/>
                  </a:lnTo>
                  <a:lnTo>
                    <a:pt x="36894" y="73168"/>
                  </a:lnTo>
                  <a:cubicBezTo>
                    <a:pt x="35370" y="66437"/>
                    <a:pt x="32957" y="58436"/>
                    <a:pt x="30163" y="51197"/>
                  </a:cubicBezTo>
                  <a:lnTo>
                    <a:pt x="35497" y="49165"/>
                  </a:lnTo>
                  <a:lnTo>
                    <a:pt x="30290" y="51451"/>
                  </a:lnTo>
                  <a:cubicBezTo>
                    <a:pt x="27623" y="45355"/>
                    <a:pt x="24448" y="39132"/>
                    <a:pt x="20638" y="32655"/>
                  </a:cubicBezTo>
                  <a:lnTo>
                    <a:pt x="25591" y="29734"/>
                  </a:lnTo>
                  <a:lnTo>
                    <a:pt x="20892" y="32909"/>
                  </a:lnTo>
                  <a:cubicBezTo>
                    <a:pt x="16955" y="27067"/>
                    <a:pt x="12129" y="20844"/>
                    <a:pt x="6668" y="14621"/>
                  </a:cubicBezTo>
                  <a:lnTo>
                    <a:pt x="10986" y="10811"/>
                  </a:lnTo>
                  <a:lnTo>
                    <a:pt x="6922" y="14875"/>
                  </a:lnTo>
                  <a:lnTo>
                    <a:pt x="1715" y="9668"/>
                  </a:lnTo>
                  <a:cubicBezTo>
                    <a:pt x="-571" y="7509"/>
                    <a:pt x="-571" y="3826"/>
                    <a:pt x="1715" y="1667"/>
                  </a:cubicBezTo>
                  <a:cubicBezTo>
                    <a:pt x="4001" y="-492"/>
                    <a:pt x="7557" y="-619"/>
                    <a:pt x="9716" y="1667"/>
                  </a:cubicBezTo>
                  <a:lnTo>
                    <a:pt x="14923" y="6874"/>
                  </a:lnTo>
                  <a:cubicBezTo>
                    <a:pt x="15050" y="7001"/>
                    <a:pt x="15050" y="7001"/>
                    <a:pt x="15177" y="7128"/>
                  </a:cubicBezTo>
                  <a:cubicBezTo>
                    <a:pt x="20892" y="13605"/>
                    <a:pt x="26099" y="20336"/>
                    <a:pt x="30290" y="26559"/>
                  </a:cubicBezTo>
                  <a:cubicBezTo>
                    <a:pt x="30417" y="26686"/>
                    <a:pt x="30417" y="26813"/>
                    <a:pt x="30417" y="26813"/>
                  </a:cubicBezTo>
                  <a:cubicBezTo>
                    <a:pt x="34481" y="33671"/>
                    <a:pt x="37783" y="40275"/>
                    <a:pt x="40704" y="46752"/>
                  </a:cubicBezTo>
                  <a:cubicBezTo>
                    <a:pt x="40704" y="46879"/>
                    <a:pt x="40831" y="47006"/>
                    <a:pt x="40831" y="47006"/>
                  </a:cubicBezTo>
                  <a:cubicBezTo>
                    <a:pt x="43625" y="54626"/>
                    <a:pt x="46165" y="63135"/>
                    <a:pt x="47943" y="70247"/>
                  </a:cubicBezTo>
                  <a:cubicBezTo>
                    <a:pt x="47943" y="70374"/>
                    <a:pt x="47943" y="70501"/>
                    <a:pt x="48070" y="70501"/>
                  </a:cubicBezTo>
                  <a:cubicBezTo>
                    <a:pt x="49467" y="78375"/>
                    <a:pt x="50483" y="87138"/>
                    <a:pt x="50864" y="94885"/>
                  </a:cubicBezTo>
                  <a:cubicBezTo>
                    <a:pt x="50864" y="95012"/>
                    <a:pt x="50864" y="95139"/>
                    <a:pt x="50864" y="95139"/>
                  </a:cubicBezTo>
                  <a:cubicBezTo>
                    <a:pt x="50864" y="102886"/>
                    <a:pt x="50229" y="111268"/>
                    <a:pt x="49340" y="119015"/>
                  </a:cubicBezTo>
                  <a:cubicBezTo>
                    <a:pt x="48959" y="122190"/>
                    <a:pt x="46038" y="124349"/>
                    <a:pt x="42990" y="123968"/>
                  </a:cubicBezTo>
                  <a:cubicBezTo>
                    <a:pt x="39942" y="123587"/>
                    <a:pt x="37656" y="120666"/>
                    <a:pt x="38037" y="117618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77856" y="117221"/>
              <a:ext cx="131577" cy="31567"/>
            </a:xfrm>
            <a:custGeom>
              <a:avLst/>
              <a:gdLst/>
              <a:ahLst/>
              <a:cxnLst/>
              <a:rect l="l" t="t" r="r" b="b"/>
              <a:pathLst>
                <a:path w="131577" h="31567" extrusionOk="0">
                  <a:moveTo>
                    <a:pt x="123769" y="20701"/>
                  </a:moveTo>
                  <a:cubicBezTo>
                    <a:pt x="116403" y="18034"/>
                    <a:pt x="108148" y="15621"/>
                    <a:pt x="100909" y="13970"/>
                  </a:cubicBezTo>
                  <a:lnTo>
                    <a:pt x="102179" y="8382"/>
                  </a:lnTo>
                  <a:lnTo>
                    <a:pt x="101290" y="13970"/>
                  </a:lnTo>
                  <a:cubicBezTo>
                    <a:pt x="93162" y="12573"/>
                    <a:pt x="85923" y="11938"/>
                    <a:pt x="77541" y="11430"/>
                  </a:cubicBezTo>
                  <a:lnTo>
                    <a:pt x="77795" y="5715"/>
                  </a:lnTo>
                  <a:lnTo>
                    <a:pt x="77922" y="11430"/>
                  </a:lnTo>
                  <a:cubicBezTo>
                    <a:pt x="72842" y="11557"/>
                    <a:pt x="62428" y="12192"/>
                    <a:pt x="55570" y="13081"/>
                  </a:cubicBezTo>
                  <a:lnTo>
                    <a:pt x="54935" y="7366"/>
                  </a:lnTo>
                  <a:lnTo>
                    <a:pt x="55951" y="12954"/>
                  </a:lnTo>
                  <a:cubicBezTo>
                    <a:pt x="47696" y="14605"/>
                    <a:pt x="40838" y="16383"/>
                    <a:pt x="33599" y="18669"/>
                  </a:cubicBezTo>
                  <a:lnTo>
                    <a:pt x="31821" y="13208"/>
                  </a:lnTo>
                  <a:lnTo>
                    <a:pt x="33853" y="18542"/>
                  </a:lnTo>
                  <a:cubicBezTo>
                    <a:pt x="26868" y="21209"/>
                    <a:pt x="20264" y="24257"/>
                    <a:pt x="14295" y="27432"/>
                  </a:cubicBezTo>
                  <a:lnTo>
                    <a:pt x="11628" y="22352"/>
                  </a:lnTo>
                  <a:lnTo>
                    <a:pt x="14549" y="27178"/>
                  </a:lnTo>
                  <a:lnTo>
                    <a:pt x="8707" y="30734"/>
                  </a:lnTo>
                  <a:cubicBezTo>
                    <a:pt x="6040" y="32385"/>
                    <a:pt x="2484" y="31496"/>
                    <a:pt x="833" y="28829"/>
                  </a:cubicBezTo>
                  <a:cubicBezTo>
                    <a:pt x="-818" y="26162"/>
                    <a:pt x="71" y="22606"/>
                    <a:pt x="2738" y="20955"/>
                  </a:cubicBezTo>
                  <a:lnTo>
                    <a:pt x="8580" y="17399"/>
                  </a:lnTo>
                  <a:cubicBezTo>
                    <a:pt x="8707" y="17399"/>
                    <a:pt x="8707" y="17272"/>
                    <a:pt x="8834" y="17272"/>
                  </a:cubicBezTo>
                  <a:cubicBezTo>
                    <a:pt x="15311" y="13843"/>
                    <a:pt x="22169" y="10795"/>
                    <a:pt x="29662" y="7874"/>
                  </a:cubicBezTo>
                  <a:cubicBezTo>
                    <a:pt x="29789" y="7874"/>
                    <a:pt x="29916" y="7747"/>
                    <a:pt x="30043" y="7747"/>
                  </a:cubicBezTo>
                  <a:cubicBezTo>
                    <a:pt x="37663" y="5334"/>
                    <a:pt x="45029" y="3429"/>
                    <a:pt x="53665" y="1778"/>
                  </a:cubicBezTo>
                  <a:cubicBezTo>
                    <a:pt x="53792" y="1778"/>
                    <a:pt x="53919" y="1778"/>
                    <a:pt x="54046" y="1778"/>
                  </a:cubicBezTo>
                  <a:cubicBezTo>
                    <a:pt x="61285" y="889"/>
                    <a:pt x="71953" y="127"/>
                    <a:pt x="77668" y="0"/>
                  </a:cubicBezTo>
                  <a:cubicBezTo>
                    <a:pt x="77795" y="0"/>
                    <a:pt x="77922" y="0"/>
                    <a:pt x="78049" y="0"/>
                  </a:cubicBezTo>
                  <a:cubicBezTo>
                    <a:pt x="86939" y="381"/>
                    <a:pt x="94559" y="1270"/>
                    <a:pt x="103195" y="2667"/>
                  </a:cubicBezTo>
                  <a:cubicBezTo>
                    <a:pt x="103322" y="2667"/>
                    <a:pt x="103449" y="2667"/>
                    <a:pt x="103576" y="2794"/>
                  </a:cubicBezTo>
                  <a:cubicBezTo>
                    <a:pt x="111323" y="4572"/>
                    <a:pt x="120086" y="7112"/>
                    <a:pt x="127833" y="9906"/>
                  </a:cubicBezTo>
                  <a:cubicBezTo>
                    <a:pt x="130754" y="10922"/>
                    <a:pt x="132278" y="14224"/>
                    <a:pt x="131262" y="17145"/>
                  </a:cubicBezTo>
                  <a:cubicBezTo>
                    <a:pt x="130246" y="20066"/>
                    <a:pt x="126944" y="21590"/>
                    <a:pt x="124023" y="20574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119686" y="137523"/>
              <a:ext cx="122928" cy="244661"/>
            </a:xfrm>
            <a:custGeom>
              <a:avLst/>
              <a:gdLst/>
              <a:ahLst/>
              <a:cxnLst/>
              <a:rect l="l" t="t" r="r" b="b"/>
              <a:pathLst>
                <a:path w="122928" h="244661" extrusionOk="0">
                  <a:moveTo>
                    <a:pt x="66877" y="10432"/>
                  </a:moveTo>
                  <a:cubicBezTo>
                    <a:pt x="56463" y="17163"/>
                    <a:pt x="47192" y="25418"/>
                    <a:pt x="39191" y="35070"/>
                  </a:cubicBezTo>
                  <a:lnTo>
                    <a:pt x="34746" y="31387"/>
                  </a:lnTo>
                  <a:lnTo>
                    <a:pt x="39191" y="35070"/>
                  </a:lnTo>
                  <a:cubicBezTo>
                    <a:pt x="31190" y="44722"/>
                    <a:pt x="24967" y="55263"/>
                    <a:pt x="20268" y="66820"/>
                  </a:cubicBezTo>
                  <a:cubicBezTo>
                    <a:pt x="15569" y="78377"/>
                    <a:pt x="12775" y="90442"/>
                    <a:pt x="11759" y="102761"/>
                  </a:cubicBezTo>
                  <a:lnTo>
                    <a:pt x="6044" y="102253"/>
                  </a:lnTo>
                  <a:lnTo>
                    <a:pt x="11759" y="102761"/>
                  </a:lnTo>
                  <a:cubicBezTo>
                    <a:pt x="10743" y="115207"/>
                    <a:pt x="11632" y="127526"/>
                    <a:pt x="14426" y="139718"/>
                  </a:cubicBezTo>
                  <a:cubicBezTo>
                    <a:pt x="17220" y="151910"/>
                    <a:pt x="21792" y="163340"/>
                    <a:pt x="28142" y="174135"/>
                  </a:cubicBezTo>
                  <a:cubicBezTo>
                    <a:pt x="34492" y="184930"/>
                    <a:pt x="42239" y="194455"/>
                    <a:pt x="51510" y="202837"/>
                  </a:cubicBezTo>
                  <a:lnTo>
                    <a:pt x="47700" y="207028"/>
                  </a:lnTo>
                  <a:lnTo>
                    <a:pt x="51510" y="202837"/>
                  </a:lnTo>
                  <a:cubicBezTo>
                    <a:pt x="60781" y="211219"/>
                    <a:pt x="71068" y="217950"/>
                    <a:pt x="82371" y="223157"/>
                  </a:cubicBezTo>
                  <a:lnTo>
                    <a:pt x="79958" y="228364"/>
                  </a:lnTo>
                  <a:lnTo>
                    <a:pt x="82371" y="223157"/>
                  </a:lnTo>
                  <a:cubicBezTo>
                    <a:pt x="93674" y="228364"/>
                    <a:pt x="105612" y="231793"/>
                    <a:pt x="117931" y="233317"/>
                  </a:cubicBezTo>
                  <a:cubicBezTo>
                    <a:pt x="121106" y="233698"/>
                    <a:pt x="123265" y="236619"/>
                    <a:pt x="122884" y="239667"/>
                  </a:cubicBezTo>
                  <a:cubicBezTo>
                    <a:pt x="122503" y="242715"/>
                    <a:pt x="119582" y="245001"/>
                    <a:pt x="116534" y="244620"/>
                  </a:cubicBezTo>
                  <a:cubicBezTo>
                    <a:pt x="102945" y="242969"/>
                    <a:pt x="89991" y="239286"/>
                    <a:pt x="77672" y="233571"/>
                  </a:cubicBezTo>
                  <a:cubicBezTo>
                    <a:pt x="65226" y="227856"/>
                    <a:pt x="54050" y="220490"/>
                    <a:pt x="43890" y="211346"/>
                  </a:cubicBezTo>
                  <a:cubicBezTo>
                    <a:pt x="33730" y="202202"/>
                    <a:pt x="25221" y="191788"/>
                    <a:pt x="18363" y="179977"/>
                  </a:cubicBezTo>
                  <a:lnTo>
                    <a:pt x="23316" y="177056"/>
                  </a:lnTo>
                  <a:lnTo>
                    <a:pt x="18363" y="179977"/>
                  </a:lnTo>
                  <a:cubicBezTo>
                    <a:pt x="11505" y="168166"/>
                    <a:pt x="6425" y="155720"/>
                    <a:pt x="3377" y="142385"/>
                  </a:cubicBezTo>
                  <a:lnTo>
                    <a:pt x="8965" y="141115"/>
                  </a:lnTo>
                  <a:lnTo>
                    <a:pt x="3377" y="142385"/>
                  </a:lnTo>
                  <a:cubicBezTo>
                    <a:pt x="329" y="129050"/>
                    <a:pt x="-687" y="115588"/>
                    <a:pt x="456" y="101999"/>
                  </a:cubicBezTo>
                  <a:cubicBezTo>
                    <a:pt x="1599" y="88410"/>
                    <a:pt x="4647" y="75329"/>
                    <a:pt x="9727" y="62629"/>
                  </a:cubicBezTo>
                  <a:lnTo>
                    <a:pt x="15061" y="64788"/>
                  </a:lnTo>
                  <a:lnTo>
                    <a:pt x="9727" y="62629"/>
                  </a:lnTo>
                  <a:cubicBezTo>
                    <a:pt x="14807" y="49929"/>
                    <a:pt x="21792" y="38372"/>
                    <a:pt x="30428" y="27831"/>
                  </a:cubicBezTo>
                  <a:cubicBezTo>
                    <a:pt x="39064" y="17290"/>
                    <a:pt x="49224" y="8273"/>
                    <a:pt x="60654" y="907"/>
                  </a:cubicBezTo>
                  <a:cubicBezTo>
                    <a:pt x="63321" y="-744"/>
                    <a:pt x="66877" y="-109"/>
                    <a:pt x="68528" y="2558"/>
                  </a:cubicBezTo>
                  <a:cubicBezTo>
                    <a:pt x="70179" y="5225"/>
                    <a:pt x="69544" y="8781"/>
                    <a:pt x="66877" y="10432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76352" y="158115"/>
              <a:ext cx="57658" cy="57912"/>
            </a:xfrm>
            <a:custGeom>
              <a:avLst/>
              <a:gdLst/>
              <a:ahLst/>
              <a:cxnLst/>
              <a:rect l="l" t="t" r="r" b="b"/>
              <a:pathLst>
                <a:path w="57658" h="57912" extrusionOk="0">
                  <a:moveTo>
                    <a:pt x="57658" y="28956"/>
                  </a:moveTo>
                  <a:cubicBezTo>
                    <a:pt x="57658" y="32766"/>
                    <a:pt x="56896" y="36449"/>
                    <a:pt x="55499" y="40005"/>
                  </a:cubicBezTo>
                  <a:lnTo>
                    <a:pt x="50292" y="37846"/>
                  </a:lnTo>
                  <a:lnTo>
                    <a:pt x="55499" y="40005"/>
                  </a:lnTo>
                  <a:cubicBezTo>
                    <a:pt x="53975" y="43561"/>
                    <a:pt x="51943" y="46736"/>
                    <a:pt x="49276" y="49403"/>
                  </a:cubicBezTo>
                  <a:cubicBezTo>
                    <a:pt x="46609" y="52070"/>
                    <a:pt x="43434" y="54229"/>
                    <a:pt x="39878" y="55753"/>
                  </a:cubicBezTo>
                  <a:lnTo>
                    <a:pt x="37719" y="50546"/>
                  </a:lnTo>
                  <a:lnTo>
                    <a:pt x="39878" y="55753"/>
                  </a:lnTo>
                  <a:cubicBezTo>
                    <a:pt x="36322" y="57277"/>
                    <a:pt x="32639" y="57912"/>
                    <a:pt x="28829" y="57912"/>
                  </a:cubicBezTo>
                  <a:lnTo>
                    <a:pt x="28829" y="52197"/>
                  </a:lnTo>
                  <a:lnTo>
                    <a:pt x="28829" y="57912"/>
                  </a:lnTo>
                  <a:cubicBezTo>
                    <a:pt x="25019" y="57912"/>
                    <a:pt x="21336" y="57150"/>
                    <a:pt x="17780" y="55753"/>
                  </a:cubicBezTo>
                  <a:lnTo>
                    <a:pt x="19939" y="50546"/>
                  </a:lnTo>
                  <a:lnTo>
                    <a:pt x="17780" y="55753"/>
                  </a:lnTo>
                  <a:cubicBezTo>
                    <a:pt x="14224" y="54229"/>
                    <a:pt x="11049" y="52197"/>
                    <a:pt x="8382" y="49403"/>
                  </a:cubicBezTo>
                  <a:cubicBezTo>
                    <a:pt x="5715" y="46736"/>
                    <a:pt x="3556" y="43561"/>
                    <a:pt x="2159" y="40005"/>
                  </a:cubicBezTo>
                  <a:lnTo>
                    <a:pt x="7366" y="37846"/>
                  </a:lnTo>
                  <a:lnTo>
                    <a:pt x="2159" y="40005"/>
                  </a:lnTo>
                  <a:cubicBezTo>
                    <a:pt x="635" y="36449"/>
                    <a:pt x="0" y="32766"/>
                    <a:pt x="0" y="28956"/>
                  </a:cubicBezTo>
                  <a:lnTo>
                    <a:pt x="5715" y="28956"/>
                  </a:lnTo>
                  <a:lnTo>
                    <a:pt x="0" y="28956"/>
                  </a:lnTo>
                  <a:cubicBezTo>
                    <a:pt x="0" y="25146"/>
                    <a:pt x="762" y="21463"/>
                    <a:pt x="2159" y="17907"/>
                  </a:cubicBezTo>
                  <a:lnTo>
                    <a:pt x="7366" y="20066"/>
                  </a:lnTo>
                  <a:lnTo>
                    <a:pt x="2159" y="17907"/>
                  </a:lnTo>
                  <a:cubicBezTo>
                    <a:pt x="3683" y="14351"/>
                    <a:pt x="5715" y="11176"/>
                    <a:pt x="8382" y="8509"/>
                  </a:cubicBezTo>
                  <a:cubicBezTo>
                    <a:pt x="11049" y="5842"/>
                    <a:pt x="14224" y="3683"/>
                    <a:pt x="17780" y="2159"/>
                  </a:cubicBezTo>
                  <a:lnTo>
                    <a:pt x="19939" y="7366"/>
                  </a:lnTo>
                  <a:lnTo>
                    <a:pt x="17780" y="2159"/>
                  </a:lnTo>
                  <a:cubicBezTo>
                    <a:pt x="21336" y="635"/>
                    <a:pt x="25019" y="0"/>
                    <a:pt x="28829" y="0"/>
                  </a:cubicBezTo>
                  <a:lnTo>
                    <a:pt x="28829" y="5715"/>
                  </a:lnTo>
                  <a:lnTo>
                    <a:pt x="28829" y="0"/>
                  </a:lnTo>
                  <a:cubicBezTo>
                    <a:pt x="32639" y="0"/>
                    <a:pt x="36322" y="762"/>
                    <a:pt x="39878" y="2159"/>
                  </a:cubicBezTo>
                  <a:lnTo>
                    <a:pt x="37719" y="7366"/>
                  </a:lnTo>
                  <a:lnTo>
                    <a:pt x="39878" y="2159"/>
                  </a:lnTo>
                  <a:cubicBezTo>
                    <a:pt x="43434" y="3683"/>
                    <a:pt x="46609" y="5715"/>
                    <a:pt x="49276" y="8509"/>
                  </a:cubicBezTo>
                  <a:cubicBezTo>
                    <a:pt x="51943" y="11176"/>
                    <a:pt x="54102" y="14351"/>
                    <a:pt x="55499" y="17907"/>
                  </a:cubicBezTo>
                  <a:lnTo>
                    <a:pt x="50292" y="20066"/>
                  </a:lnTo>
                  <a:lnTo>
                    <a:pt x="55499" y="17907"/>
                  </a:lnTo>
                  <a:cubicBezTo>
                    <a:pt x="57023" y="21463"/>
                    <a:pt x="57658" y="25146"/>
                    <a:pt x="57658" y="28956"/>
                  </a:cubicBezTo>
                  <a:lnTo>
                    <a:pt x="51943" y="28956"/>
                  </a:lnTo>
                  <a:lnTo>
                    <a:pt x="57658" y="28956"/>
                  </a:lnTo>
                  <a:moveTo>
                    <a:pt x="46228" y="28956"/>
                  </a:moveTo>
                  <a:cubicBezTo>
                    <a:pt x="46228" y="26670"/>
                    <a:pt x="45720" y="24384"/>
                    <a:pt x="44831" y="22225"/>
                  </a:cubicBezTo>
                  <a:cubicBezTo>
                    <a:pt x="43942" y="20066"/>
                    <a:pt x="42672" y="18161"/>
                    <a:pt x="41021" y="16510"/>
                  </a:cubicBezTo>
                  <a:lnTo>
                    <a:pt x="45085" y="12446"/>
                  </a:lnTo>
                  <a:lnTo>
                    <a:pt x="41021" y="16510"/>
                  </a:lnTo>
                  <a:cubicBezTo>
                    <a:pt x="39370" y="14859"/>
                    <a:pt x="37465" y="13589"/>
                    <a:pt x="35306" y="12700"/>
                  </a:cubicBezTo>
                  <a:cubicBezTo>
                    <a:pt x="33147" y="11811"/>
                    <a:pt x="30861" y="11303"/>
                    <a:pt x="28575" y="11303"/>
                  </a:cubicBezTo>
                  <a:cubicBezTo>
                    <a:pt x="26289" y="11303"/>
                    <a:pt x="24003" y="11684"/>
                    <a:pt x="21844" y="12700"/>
                  </a:cubicBezTo>
                  <a:cubicBezTo>
                    <a:pt x="19685" y="13589"/>
                    <a:pt x="17780" y="14859"/>
                    <a:pt x="16129" y="16510"/>
                  </a:cubicBezTo>
                  <a:lnTo>
                    <a:pt x="12065" y="12446"/>
                  </a:lnTo>
                  <a:lnTo>
                    <a:pt x="16129" y="16510"/>
                  </a:lnTo>
                  <a:cubicBezTo>
                    <a:pt x="14478" y="18161"/>
                    <a:pt x="13208" y="20066"/>
                    <a:pt x="12319" y="22225"/>
                  </a:cubicBezTo>
                  <a:cubicBezTo>
                    <a:pt x="11430" y="24384"/>
                    <a:pt x="10922" y="26670"/>
                    <a:pt x="10922" y="28956"/>
                  </a:cubicBezTo>
                  <a:cubicBezTo>
                    <a:pt x="10922" y="31242"/>
                    <a:pt x="11303" y="33528"/>
                    <a:pt x="12319" y="35687"/>
                  </a:cubicBezTo>
                  <a:cubicBezTo>
                    <a:pt x="13208" y="37846"/>
                    <a:pt x="14478" y="39751"/>
                    <a:pt x="16129" y="41402"/>
                  </a:cubicBezTo>
                  <a:lnTo>
                    <a:pt x="12065" y="45466"/>
                  </a:lnTo>
                  <a:lnTo>
                    <a:pt x="16129" y="41402"/>
                  </a:lnTo>
                  <a:cubicBezTo>
                    <a:pt x="17780" y="43053"/>
                    <a:pt x="19685" y="44323"/>
                    <a:pt x="21844" y="45212"/>
                  </a:cubicBezTo>
                  <a:cubicBezTo>
                    <a:pt x="24003" y="46101"/>
                    <a:pt x="26289" y="46609"/>
                    <a:pt x="28575" y="46609"/>
                  </a:cubicBezTo>
                  <a:cubicBezTo>
                    <a:pt x="30861" y="46609"/>
                    <a:pt x="33147" y="46101"/>
                    <a:pt x="35306" y="45212"/>
                  </a:cubicBezTo>
                  <a:cubicBezTo>
                    <a:pt x="37465" y="44323"/>
                    <a:pt x="39370" y="43053"/>
                    <a:pt x="41021" y="41402"/>
                  </a:cubicBezTo>
                  <a:lnTo>
                    <a:pt x="45085" y="45466"/>
                  </a:lnTo>
                  <a:lnTo>
                    <a:pt x="41021" y="41402"/>
                  </a:lnTo>
                  <a:cubicBezTo>
                    <a:pt x="42672" y="39751"/>
                    <a:pt x="43942" y="37846"/>
                    <a:pt x="44831" y="35687"/>
                  </a:cubicBezTo>
                  <a:cubicBezTo>
                    <a:pt x="45720" y="33528"/>
                    <a:pt x="46228" y="31242"/>
                    <a:pt x="46228" y="28956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13563" y="221361"/>
              <a:ext cx="42418" cy="42418"/>
            </a:xfrm>
            <a:custGeom>
              <a:avLst/>
              <a:gdLst/>
              <a:ahLst/>
              <a:cxnLst/>
              <a:rect l="l" t="t" r="r" b="b"/>
              <a:pathLst>
                <a:path w="42418" h="42418" extrusionOk="0">
                  <a:moveTo>
                    <a:pt x="42418" y="21209"/>
                  </a:moveTo>
                  <a:cubicBezTo>
                    <a:pt x="42418" y="24003"/>
                    <a:pt x="41910" y="26797"/>
                    <a:pt x="40767" y="29337"/>
                  </a:cubicBezTo>
                  <a:lnTo>
                    <a:pt x="35560" y="27178"/>
                  </a:lnTo>
                  <a:lnTo>
                    <a:pt x="40767" y="29337"/>
                  </a:lnTo>
                  <a:cubicBezTo>
                    <a:pt x="39751" y="32004"/>
                    <a:pt x="38100" y="34290"/>
                    <a:pt x="36195" y="36195"/>
                  </a:cubicBezTo>
                  <a:lnTo>
                    <a:pt x="32131" y="32131"/>
                  </a:lnTo>
                  <a:lnTo>
                    <a:pt x="36195" y="36195"/>
                  </a:lnTo>
                  <a:cubicBezTo>
                    <a:pt x="34163" y="38227"/>
                    <a:pt x="31877" y="39751"/>
                    <a:pt x="29337" y="40767"/>
                  </a:cubicBezTo>
                  <a:lnTo>
                    <a:pt x="27178" y="35560"/>
                  </a:lnTo>
                  <a:lnTo>
                    <a:pt x="29337" y="40767"/>
                  </a:lnTo>
                  <a:cubicBezTo>
                    <a:pt x="26670" y="41910"/>
                    <a:pt x="24003" y="42418"/>
                    <a:pt x="21209" y="42418"/>
                  </a:cubicBezTo>
                  <a:lnTo>
                    <a:pt x="21209" y="36703"/>
                  </a:lnTo>
                  <a:lnTo>
                    <a:pt x="21209" y="42418"/>
                  </a:lnTo>
                  <a:cubicBezTo>
                    <a:pt x="18415" y="42418"/>
                    <a:pt x="15621" y="41910"/>
                    <a:pt x="13081" y="40767"/>
                  </a:cubicBezTo>
                  <a:lnTo>
                    <a:pt x="15240" y="35560"/>
                  </a:lnTo>
                  <a:lnTo>
                    <a:pt x="13081" y="40767"/>
                  </a:lnTo>
                  <a:cubicBezTo>
                    <a:pt x="10541" y="39751"/>
                    <a:pt x="8128" y="38100"/>
                    <a:pt x="6223" y="36195"/>
                  </a:cubicBezTo>
                  <a:cubicBezTo>
                    <a:pt x="4191" y="34163"/>
                    <a:pt x="2667" y="31877"/>
                    <a:pt x="1651" y="29337"/>
                  </a:cubicBezTo>
                  <a:lnTo>
                    <a:pt x="6858" y="27178"/>
                  </a:lnTo>
                  <a:lnTo>
                    <a:pt x="1651" y="29337"/>
                  </a:lnTo>
                  <a:cubicBezTo>
                    <a:pt x="635" y="26797"/>
                    <a:pt x="0" y="24003"/>
                    <a:pt x="0" y="21209"/>
                  </a:cubicBezTo>
                  <a:lnTo>
                    <a:pt x="5715" y="21209"/>
                  </a:ln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lnTo>
                    <a:pt x="6858" y="15240"/>
                  </a:lnTo>
                  <a:lnTo>
                    <a:pt x="1651" y="13081"/>
                  </a:lnTo>
                  <a:cubicBezTo>
                    <a:pt x="2667" y="10414"/>
                    <a:pt x="4318" y="8128"/>
                    <a:pt x="6223" y="6223"/>
                  </a:cubicBezTo>
                  <a:cubicBezTo>
                    <a:pt x="8255" y="4191"/>
                    <a:pt x="10541" y="2667"/>
                    <a:pt x="13081" y="1651"/>
                  </a:cubicBezTo>
                  <a:lnTo>
                    <a:pt x="15240" y="6858"/>
                  </a:lnTo>
                  <a:lnTo>
                    <a:pt x="13081" y="1651"/>
                  </a:lnTo>
                  <a:cubicBezTo>
                    <a:pt x="15748" y="508"/>
                    <a:pt x="18415" y="0"/>
                    <a:pt x="21209" y="0"/>
                  </a:cubicBezTo>
                  <a:lnTo>
                    <a:pt x="21209" y="5715"/>
                  </a:lnTo>
                  <a:lnTo>
                    <a:pt x="21209" y="0"/>
                  </a:lnTo>
                  <a:cubicBezTo>
                    <a:pt x="24003" y="0"/>
                    <a:pt x="26797" y="508"/>
                    <a:pt x="29337" y="1651"/>
                  </a:cubicBezTo>
                  <a:lnTo>
                    <a:pt x="27178" y="6858"/>
                  </a:lnTo>
                  <a:lnTo>
                    <a:pt x="29337" y="1651"/>
                  </a:lnTo>
                  <a:cubicBezTo>
                    <a:pt x="31877" y="2667"/>
                    <a:pt x="34290" y="4318"/>
                    <a:pt x="36195" y="6223"/>
                  </a:cubicBezTo>
                  <a:cubicBezTo>
                    <a:pt x="38227" y="8255"/>
                    <a:pt x="39751" y="10541"/>
                    <a:pt x="40767" y="13081"/>
                  </a:cubicBezTo>
                  <a:lnTo>
                    <a:pt x="35560" y="15240"/>
                  </a:lnTo>
                  <a:lnTo>
                    <a:pt x="40767" y="13081"/>
                  </a:lnTo>
                  <a:cubicBezTo>
                    <a:pt x="41783" y="15621"/>
                    <a:pt x="42418" y="18415"/>
                    <a:pt x="42418" y="21209"/>
                  </a:cubicBezTo>
                  <a:lnTo>
                    <a:pt x="36703" y="21209"/>
                  </a:lnTo>
                  <a:lnTo>
                    <a:pt x="42418" y="21209"/>
                  </a:lnTo>
                  <a:moveTo>
                    <a:pt x="30988" y="21209"/>
                  </a:moveTo>
                  <a:cubicBezTo>
                    <a:pt x="30988" y="19939"/>
                    <a:pt x="30734" y="18669"/>
                    <a:pt x="30226" y="17399"/>
                  </a:cubicBezTo>
                  <a:cubicBezTo>
                    <a:pt x="29718" y="16129"/>
                    <a:pt x="28956" y="15113"/>
                    <a:pt x="28067" y="14224"/>
                  </a:cubicBezTo>
                  <a:lnTo>
                    <a:pt x="32131" y="10160"/>
                  </a:lnTo>
                  <a:lnTo>
                    <a:pt x="28067" y="14224"/>
                  </a:lnTo>
                  <a:cubicBezTo>
                    <a:pt x="27178" y="13335"/>
                    <a:pt x="26035" y="12573"/>
                    <a:pt x="24892" y="12065"/>
                  </a:cubicBezTo>
                  <a:cubicBezTo>
                    <a:pt x="23622" y="11557"/>
                    <a:pt x="22479" y="11303"/>
                    <a:pt x="21082" y="11303"/>
                  </a:cubicBezTo>
                  <a:cubicBezTo>
                    <a:pt x="19685" y="11303"/>
                    <a:pt x="18542" y="11557"/>
                    <a:pt x="17272" y="12065"/>
                  </a:cubicBezTo>
                  <a:cubicBezTo>
                    <a:pt x="16002" y="12573"/>
                    <a:pt x="14986" y="13335"/>
                    <a:pt x="14097" y="14224"/>
                  </a:cubicBezTo>
                  <a:lnTo>
                    <a:pt x="10033" y="10160"/>
                  </a:lnTo>
                  <a:lnTo>
                    <a:pt x="14097" y="14224"/>
                  </a:lnTo>
                  <a:cubicBezTo>
                    <a:pt x="13208" y="15113"/>
                    <a:pt x="12446" y="16256"/>
                    <a:pt x="11938" y="17399"/>
                  </a:cubicBezTo>
                  <a:cubicBezTo>
                    <a:pt x="11430" y="18669"/>
                    <a:pt x="11176" y="19812"/>
                    <a:pt x="11176" y="21209"/>
                  </a:cubicBezTo>
                  <a:cubicBezTo>
                    <a:pt x="11176" y="22606"/>
                    <a:pt x="11430" y="23749"/>
                    <a:pt x="11938" y="25019"/>
                  </a:cubicBezTo>
                  <a:cubicBezTo>
                    <a:pt x="12446" y="26289"/>
                    <a:pt x="13081" y="27305"/>
                    <a:pt x="14097" y="28194"/>
                  </a:cubicBezTo>
                  <a:lnTo>
                    <a:pt x="10033" y="32258"/>
                  </a:lnTo>
                  <a:lnTo>
                    <a:pt x="14097" y="28194"/>
                  </a:lnTo>
                  <a:cubicBezTo>
                    <a:pt x="14986" y="29083"/>
                    <a:pt x="16129" y="29845"/>
                    <a:pt x="17272" y="30353"/>
                  </a:cubicBezTo>
                  <a:cubicBezTo>
                    <a:pt x="18542" y="30861"/>
                    <a:pt x="19685" y="31115"/>
                    <a:pt x="21082" y="31115"/>
                  </a:cubicBezTo>
                  <a:cubicBezTo>
                    <a:pt x="22479" y="31115"/>
                    <a:pt x="23622" y="30861"/>
                    <a:pt x="24892" y="30353"/>
                  </a:cubicBezTo>
                  <a:cubicBezTo>
                    <a:pt x="26162" y="29845"/>
                    <a:pt x="27178" y="29083"/>
                    <a:pt x="28067" y="28194"/>
                  </a:cubicBezTo>
                  <a:cubicBezTo>
                    <a:pt x="28956" y="27305"/>
                    <a:pt x="29718" y="26162"/>
                    <a:pt x="30226" y="25019"/>
                  </a:cubicBezTo>
                  <a:cubicBezTo>
                    <a:pt x="30734" y="23749"/>
                    <a:pt x="30988" y="22606"/>
                    <a:pt x="30988" y="21209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41534" y="245268"/>
              <a:ext cx="12384" cy="12511"/>
            </a:xfrm>
            <a:custGeom>
              <a:avLst/>
              <a:gdLst/>
              <a:ahLst/>
              <a:cxnLst/>
              <a:rect l="l" t="t" r="r" b="b"/>
              <a:pathLst>
                <a:path w="12384" h="12511" extrusionOk="0">
                  <a:moveTo>
                    <a:pt x="1366" y="3144"/>
                  </a:moveTo>
                  <a:lnTo>
                    <a:pt x="2382" y="2001"/>
                  </a:lnTo>
                  <a:cubicBezTo>
                    <a:pt x="4414" y="-412"/>
                    <a:pt x="7970" y="-666"/>
                    <a:pt x="10383" y="1366"/>
                  </a:cubicBezTo>
                  <a:cubicBezTo>
                    <a:pt x="12796" y="3398"/>
                    <a:pt x="13050" y="6954"/>
                    <a:pt x="11018" y="9367"/>
                  </a:cubicBezTo>
                  <a:lnTo>
                    <a:pt x="10002" y="10510"/>
                  </a:lnTo>
                  <a:cubicBezTo>
                    <a:pt x="7970" y="12923"/>
                    <a:pt x="4414" y="13177"/>
                    <a:pt x="2001" y="11145"/>
                  </a:cubicBezTo>
                  <a:cubicBezTo>
                    <a:pt x="-412" y="9113"/>
                    <a:pt x="-666" y="5557"/>
                    <a:pt x="1366" y="3144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231223" y="365647"/>
              <a:ext cx="68863" cy="17861"/>
            </a:xfrm>
            <a:custGeom>
              <a:avLst/>
              <a:gdLst/>
              <a:ahLst/>
              <a:cxnLst/>
              <a:rect l="l" t="t" r="r" b="b"/>
              <a:pathLst>
                <a:path w="68863" h="17861" extrusionOk="0">
                  <a:moveTo>
                    <a:pt x="6394" y="5193"/>
                  </a:moveTo>
                  <a:cubicBezTo>
                    <a:pt x="25063" y="7479"/>
                    <a:pt x="40049" y="6717"/>
                    <a:pt x="61512" y="240"/>
                  </a:cubicBezTo>
                  <a:cubicBezTo>
                    <a:pt x="64560" y="-649"/>
                    <a:pt x="67735" y="1002"/>
                    <a:pt x="68624" y="4050"/>
                  </a:cubicBezTo>
                  <a:cubicBezTo>
                    <a:pt x="69513" y="7098"/>
                    <a:pt x="67862" y="10273"/>
                    <a:pt x="64814" y="11162"/>
                  </a:cubicBezTo>
                  <a:cubicBezTo>
                    <a:pt x="41700" y="18274"/>
                    <a:pt x="25190" y="19036"/>
                    <a:pt x="4997" y="16623"/>
                  </a:cubicBezTo>
                  <a:cubicBezTo>
                    <a:pt x="1822" y="16242"/>
                    <a:pt x="-337" y="13448"/>
                    <a:pt x="44" y="10273"/>
                  </a:cubicBezTo>
                  <a:cubicBezTo>
                    <a:pt x="425" y="7098"/>
                    <a:pt x="3219" y="4939"/>
                    <a:pt x="6394" y="532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288547" y="265102"/>
              <a:ext cx="98116" cy="112007"/>
            </a:xfrm>
            <a:custGeom>
              <a:avLst/>
              <a:gdLst/>
              <a:ahLst/>
              <a:cxnLst/>
              <a:rect l="l" t="t" r="r" b="b"/>
              <a:pathLst>
                <a:path w="98116" h="112007" extrusionOk="0">
                  <a:moveTo>
                    <a:pt x="4061" y="100785"/>
                  </a:moveTo>
                  <a:cubicBezTo>
                    <a:pt x="14729" y="97356"/>
                    <a:pt x="24762" y="92530"/>
                    <a:pt x="34033" y="86434"/>
                  </a:cubicBezTo>
                  <a:cubicBezTo>
                    <a:pt x="43431" y="80211"/>
                    <a:pt x="51686" y="72972"/>
                    <a:pt x="59052" y="64463"/>
                  </a:cubicBezTo>
                  <a:lnTo>
                    <a:pt x="63370" y="68146"/>
                  </a:lnTo>
                  <a:lnTo>
                    <a:pt x="59052" y="64463"/>
                  </a:lnTo>
                  <a:cubicBezTo>
                    <a:pt x="66418" y="55954"/>
                    <a:pt x="72387" y="46683"/>
                    <a:pt x="77086" y="36523"/>
                  </a:cubicBezTo>
                  <a:cubicBezTo>
                    <a:pt x="81785" y="26363"/>
                    <a:pt x="85087" y="15822"/>
                    <a:pt x="86865" y="4773"/>
                  </a:cubicBezTo>
                  <a:cubicBezTo>
                    <a:pt x="87373" y="1725"/>
                    <a:pt x="90294" y="-434"/>
                    <a:pt x="93342" y="74"/>
                  </a:cubicBezTo>
                  <a:cubicBezTo>
                    <a:pt x="96390" y="582"/>
                    <a:pt x="98549" y="3503"/>
                    <a:pt x="98041" y="6551"/>
                  </a:cubicBezTo>
                  <a:cubicBezTo>
                    <a:pt x="96009" y="18616"/>
                    <a:pt x="92453" y="30173"/>
                    <a:pt x="87246" y="41349"/>
                  </a:cubicBezTo>
                  <a:lnTo>
                    <a:pt x="82039" y="38936"/>
                  </a:lnTo>
                  <a:lnTo>
                    <a:pt x="87246" y="41349"/>
                  </a:lnTo>
                  <a:cubicBezTo>
                    <a:pt x="82039" y="52398"/>
                    <a:pt x="75435" y="62685"/>
                    <a:pt x="67434" y="71956"/>
                  </a:cubicBezTo>
                  <a:cubicBezTo>
                    <a:pt x="59433" y="81227"/>
                    <a:pt x="50289" y="89228"/>
                    <a:pt x="40129" y="95959"/>
                  </a:cubicBezTo>
                  <a:lnTo>
                    <a:pt x="36954" y="91260"/>
                  </a:lnTo>
                  <a:lnTo>
                    <a:pt x="40129" y="95959"/>
                  </a:lnTo>
                  <a:cubicBezTo>
                    <a:pt x="29969" y="102690"/>
                    <a:pt x="19047" y="108024"/>
                    <a:pt x="7363" y="111707"/>
                  </a:cubicBezTo>
                  <a:cubicBezTo>
                    <a:pt x="4315" y="112723"/>
                    <a:pt x="1140" y="111072"/>
                    <a:pt x="251" y="108024"/>
                  </a:cubicBezTo>
                  <a:cubicBezTo>
                    <a:pt x="-638" y="104976"/>
                    <a:pt x="886" y="101801"/>
                    <a:pt x="3934" y="100912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97798" y="126983"/>
              <a:ext cx="50963" cy="36485"/>
            </a:xfrm>
            <a:custGeom>
              <a:avLst/>
              <a:gdLst/>
              <a:ahLst/>
              <a:cxnLst/>
              <a:rect l="l" t="t" r="r" b="b"/>
              <a:pathLst>
                <a:path w="50963" h="36485" extrusionOk="0">
                  <a:moveTo>
                    <a:pt x="41419" y="34942"/>
                  </a:moveTo>
                  <a:cubicBezTo>
                    <a:pt x="30370" y="24528"/>
                    <a:pt x="17797" y="16527"/>
                    <a:pt x="3573" y="10939"/>
                  </a:cubicBezTo>
                  <a:cubicBezTo>
                    <a:pt x="652" y="9796"/>
                    <a:pt x="-745" y="6494"/>
                    <a:pt x="398" y="3573"/>
                  </a:cubicBezTo>
                  <a:cubicBezTo>
                    <a:pt x="1541" y="652"/>
                    <a:pt x="4843" y="-745"/>
                    <a:pt x="7764" y="398"/>
                  </a:cubicBezTo>
                  <a:cubicBezTo>
                    <a:pt x="23258" y="6494"/>
                    <a:pt x="37101" y="15257"/>
                    <a:pt x="49166" y="26687"/>
                  </a:cubicBezTo>
                  <a:cubicBezTo>
                    <a:pt x="51452" y="28846"/>
                    <a:pt x="51579" y="32402"/>
                    <a:pt x="49420" y="34688"/>
                  </a:cubicBezTo>
                  <a:cubicBezTo>
                    <a:pt x="47261" y="36974"/>
                    <a:pt x="43705" y="37101"/>
                    <a:pt x="41419" y="34942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3"/>
          <p:cNvGrpSpPr/>
          <p:nvPr/>
        </p:nvGrpSpPr>
        <p:grpSpPr>
          <a:xfrm>
            <a:off x="599945" y="4406668"/>
            <a:ext cx="391031" cy="391031"/>
            <a:chOff x="63373" y="63373"/>
            <a:chExt cx="391033" cy="391033"/>
          </a:xfrm>
        </p:grpSpPr>
        <p:sp>
          <p:nvSpPr>
            <p:cNvPr id="164" name="Google Shape;164;p3"/>
            <p:cNvSpPr/>
            <p:nvPr/>
          </p:nvSpPr>
          <p:spPr>
            <a:xfrm>
              <a:off x="68326" y="683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 extrusionOk="0">
                  <a:moveTo>
                    <a:pt x="0" y="325628"/>
                  </a:moveTo>
                  <a:lnTo>
                    <a:pt x="0" y="55245"/>
                  </a:lnTo>
                  <a:cubicBezTo>
                    <a:pt x="0" y="51562"/>
                    <a:pt x="381" y="48006"/>
                    <a:pt x="1016" y="44450"/>
                  </a:cubicBezTo>
                  <a:cubicBezTo>
                    <a:pt x="1651" y="40894"/>
                    <a:pt x="2794" y="37465"/>
                    <a:pt x="4191" y="34036"/>
                  </a:cubicBezTo>
                  <a:cubicBezTo>
                    <a:pt x="5588" y="30607"/>
                    <a:pt x="7239" y="27559"/>
                    <a:pt x="9271" y="24511"/>
                  </a:cubicBezTo>
                  <a:cubicBezTo>
                    <a:pt x="11303" y="21463"/>
                    <a:pt x="13589" y="18669"/>
                    <a:pt x="16129" y="16129"/>
                  </a:cubicBezTo>
                  <a:cubicBezTo>
                    <a:pt x="18669" y="13589"/>
                    <a:pt x="21463" y="11303"/>
                    <a:pt x="24511" y="9271"/>
                  </a:cubicBezTo>
                  <a:cubicBezTo>
                    <a:pt x="27559" y="7239"/>
                    <a:pt x="30734" y="5588"/>
                    <a:pt x="34036" y="4191"/>
                  </a:cubicBezTo>
                  <a:cubicBezTo>
                    <a:pt x="37338" y="2794"/>
                    <a:pt x="40894" y="1778"/>
                    <a:pt x="44450" y="1016"/>
                  </a:cubicBezTo>
                  <a:cubicBezTo>
                    <a:pt x="48006" y="254"/>
                    <a:pt x="51562" y="0"/>
                    <a:pt x="55245" y="0"/>
                  </a:cubicBezTo>
                  <a:lnTo>
                    <a:pt x="325755" y="0"/>
                  </a:lnTo>
                  <a:cubicBezTo>
                    <a:pt x="329438" y="0"/>
                    <a:pt x="332994" y="381"/>
                    <a:pt x="336550" y="1016"/>
                  </a:cubicBezTo>
                  <a:cubicBezTo>
                    <a:pt x="340106" y="1651"/>
                    <a:pt x="343535" y="2794"/>
                    <a:pt x="346964" y="4191"/>
                  </a:cubicBezTo>
                  <a:cubicBezTo>
                    <a:pt x="350393" y="5588"/>
                    <a:pt x="353441" y="7239"/>
                    <a:pt x="356489" y="9271"/>
                  </a:cubicBezTo>
                  <a:cubicBezTo>
                    <a:pt x="359537" y="11303"/>
                    <a:pt x="362331" y="13589"/>
                    <a:pt x="364871" y="16129"/>
                  </a:cubicBezTo>
                  <a:cubicBezTo>
                    <a:pt x="367411" y="18669"/>
                    <a:pt x="369697" y="21463"/>
                    <a:pt x="371729" y="24511"/>
                  </a:cubicBezTo>
                  <a:cubicBezTo>
                    <a:pt x="373761" y="27559"/>
                    <a:pt x="375412" y="30734"/>
                    <a:pt x="376809" y="34036"/>
                  </a:cubicBezTo>
                  <a:cubicBezTo>
                    <a:pt x="378206" y="37338"/>
                    <a:pt x="379222" y="40894"/>
                    <a:pt x="379984" y="44450"/>
                  </a:cubicBezTo>
                  <a:cubicBezTo>
                    <a:pt x="380746" y="48006"/>
                    <a:pt x="381000" y="51562"/>
                    <a:pt x="381000" y="55245"/>
                  </a:cubicBezTo>
                  <a:lnTo>
                    <a:pt x="381000" y="325755"/>
                  </a:lnTo>
                  <a:cubicBezTo>
                    <a:pt x="381000" y="329438"/>
                    <a:pt x="380619" y="332994"/>
                    <a:pt x="379984" y="336550"/>
                  </a:cubicBezTo>
                  <a:cubicBezTo>
                    <a:pt x="379349" y="340106"/>
                    <a:pt x="378206" y="343535"/>
                    <a:pt x="376809" y="346964"/>
                  </a:cubicBezTo>
                  <a:cubicBezTo>
                    <a:pt x="375412" y="350393"/>
                    <a:pt x="373761" y="353441"/>
                    <a:pt x="371729" y="356489"/>
                  </a:cubicBezTo>
                  <a:cubicBezTo>
                    <a:pt x="369697" y="359537"/>
                    <a:pt x="367411" y="362331"/>
                    <a:pt x="364871" y="364871"/>
                  </a:cubicBezTo>
                  <a:cubicBezTo>
                    <a:pt x="362331" y="367411"/>
                    <a:pt x="359537" y="369697"/>
                    <a:pt x="356489" y="371729"/>
                  </a:cubicBezTo>
                  <a:cubicBezTo>
                    <a:pt x="353441" y="373761"/>
                    <a:pt x="350266" y="375412"/>
                    <a:pt x="346964" y="376809"/>
                  </a:cubicBezTo>
                  <a:cubicBezTo>
                    <a:pt x="343662" y="378206"/>
                    <a:pt x="340106" y="379222"/>
                    <a:pt x="336550" y="379984"/>
                  </a:cubicBezTo>
                  <a:cubicBezTo>
                    <a:pt x="332994" y="380746"/>
                    <a:pt x="329438" y="381000"/>
                    <a:pt x="325755" y="381000"/>
                  </a:cubicBezTo>
                  <a:lnTo>
                    <a:pt x="55245" y="381000"/>
                  </a:lnTo>
                  <a:cubicBezTo>
                    <a:pt x="51562" y="381000"/>
                    <a:pt x="48006" y="380619"/>
                    <a:pt x="44450" y="379984"/>
                  </a:cubicBezTo>
                  <a:cubicBezTo>
                    <a:pt x="40894" y="379349"/>
                    <a:pt x="37465" y="378206"/>
                    <a:pt x="34036" y="376809"/>
                  </a:cubicBezTo>
                  <a:cubicBezTo>
                    <a:pt x="30607" y="375412"/>
                    <a:pt x="27559" y="373761"/>
                    <a:pt x="24511" y="371729"/>
                  </a:cubicBezTo>
                  <a:cubicBezTo>
                    <a:pt x="21463" y="369697"/>
                    <a:pt x="18669" y="367411"/>
                    <a:pt x="16129" y="364871"/>
                  </a:cubicBezTo>
                  <a:cubicBezTo>
                    <a:pt x="13589" y="362331"/>
                    <a:pt x="11303" y="359537"/>
                    <a:pt x="9271" y="356489"/>
                  </a:cubicBezTo>
                  <a:cubicBezTo>
                    <a:pt x="7239" y="353441"/>
                    <a:pt x="5588" y="350266"/>
                    <a:pt x="4191" y="346964"/>
                  </a:cubicBezTo>
                  <a:cubicBezTo>
                    <a:pt x="2794" y="343662"/>
                    <a:pt x="1778" y="340106"/>
                    <a:pt x="1016" y="336550"/>
                  </a:cubicBezTo>
                  <a:cubicBezTo>
                    <a:pt x="254" y="332994"/>
                    <a:pt x="0" y="329438"/>
                    <a:pt x="0" y="3257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3373" y="63373"/>
              <a:ext cx="391033" cy="391033"/>
            </a:xfrm>
            <a:custGeom>
              <a:avLst/>
              <a:gdLst/>
              <a:ahLst/>
              <a:cxnLst/>
              <a:rect l="l" t="t" r="r" b="b"/>
              <a:pathLst>
                <a:path w="391033" h="391033" extrusionOk="0">
                  <a:moveTo>
                    <a:pt x="127" y="330581"/>
                  </a:moveTo>
                  <a:lnTo>
                    <a:pt x="127" y="60198"/>
                  </a:lnTo>
                  <a:lnTo>
                    <a:pt x="4953" y="60198"/>
                  </a:lnTo>
                  <a:lnTo>
                    <a:pt x="127" y="60198"/>
                  </a:lnTo>
                  <a:cubicBezTo>
                    <a:pt x="127" y="56261"/>
                    <a:pt x="508" y="52324"/>
                    <a:pt x="1270" y="48514"/>
                  </a:cubicBezTo>
                  <a:lnTo>
                    <a:pt x="5969" y="49403"/>
                  </a:lnTo>
                  <a:lnTo>
                    <a:pt x="1270" y="48514"/>
                  </a:lnTo>
                  <a:cubicBezTo>
                    <a:pt x="2032" y="44704"/>
                    <a:pt x="3175" y="40894"/>
                    <a:pt x="4699" y="37211"/>
                  </a:cubicBezTo>
                  <a:lnTo>
                    <a:pt x="9144" y="38989"/>
                  </a:lnTo>
                  <a:lnTo>
                    <a:pt x="4699" y="37211"/>
                  </a:lnTo>
                  <a:cubicBezTo>
                    <a:pt x="6223" y="33528"/>
                    <a:pt x="8001" y="30099"/>
                    <a:pt x="10287" y="26797"/>
                  </a:cubicBezTo>
                  <a:cubicBezTo>
                    <a:pt x="12446" y="23495"/>
                    <a:pt x="14986" y="20447"/>
                    <a:pt x="17780" y="17653"/>
                  </a:cubicBezTo>
                  <a:cubicBezTo>
                    <a:pt x="20574" y="14859"/>
                    <a:pt x="23622" y="12446"/>
                    <a:pt x="26924" y="10160"/>
                  </a:cubicBezTo>
                  <a:cubicBezTo>
                    <a:pt x="30226" y="8001"/>
                    <a:pt x="33655" y="6096"/>
                    <a:pt x="37338" y="4572"/>
                  </a:cubicBezTo>
                  <a:cubicBezTo>
                    <a:pt x="41021" y="3048"/>
                    <a:pt x="44704" y="1905"/>
                    <a:pt x="48641" y="1143"/>
                  </a:cubicBezTo>
                  <a:lnTo>
                    <a:pt x="49530" y="5842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127"/>
                  </a:lnTo>
                  <a:lnTo>
                    <a:pt x="330835" y="127"/>
                  </a:lnTo>
                  <a:lnTo>
                    <a:pt x="330835" y="4953"/>
                  </a:lnTo>
                  <a:lnTo>
                    <a:pt x="330835" y="127"/>
                  </a:lnTo>
                  <a:cubicBezTo>
                    <a:pt x="334772" y="127"/>
                    <a:pt x="338709" y="508"/>
                    <a:pt x="342519" y="1270"/>
                  </a:cubicBezTo>
                  <a:lnTo>
                    <a:pt x="341630" y="5969"/>
                  </a:lnTo>
                  <a:lnTo>
                    <a:pt x="342519" y="1270"/>
                  </a:lnTo>
                  <a:cubicBezTo>
                    <a:pt x="346456" y="2032"/>
                    <a:pt x="350139" y="3175"/>
                    <a:pt x="353822" y="4699"/>
                  </a:cubicBezTo>
                  <a:cubicBezTo>
                    <a:pt x="357505" y="6223"/>
                    <a:pt x="360934" y="8001"/>
                    <a:pt x="364236" y="10287"/>
                  </a:cubicBezTo>
                  <a:cubicBezTo>
                    <a:pt x="367538" y="12446"/>
                    <a:pt x="370586" y="14986"/>
                    <a:pt x="373380" y="17780"/>
                  </a:cubicBezTo>
                  <a:cubicBezTo>
                    <a:pt x="376174" y="20574"/>
                    <a:pt x="378714" y="23622"/>
                    <a:pt x="380873" y="26924"/>
                  </a:cubicBezTo>
                  <a:cubicBezTo>
                    <a:pt x="383032" y="30226"/>
                    <a:pt x="384937" y="33655"/>
                    <a:pt x="386461" y="37338"/>
                  </a:cubicBezTo>
                  <a:cubicBezTo>
                    <a:pt x="387985" y="41021"/>
                    <a:pt x="389128" y="44704"/>
                    <a:pt x="389890" y="48641"/>
                  </a:cubicBezTo>
                  <a:cubicBezTo>
                    <a:pt x="390652" y="52451"/>
                    <a:pt x="391033" y="56388"/>
                    <a:pt x="391033" y="60325"/>
                  </a:cubicBezTo>
                  <a:lnTo>
                    <a:pt x="386207" y="60325"/>
                  </a:lnTo>
                  <a:lnTo>
                    <a:pt x="391033" y="60325"/>
                  </a:lnTo>
                  <a:lnTo>
                    <a:pt x="391033" y="330835"/>
                  </a:lnTo>
                  <a:lnTo>
                    <a:pt x="386207" y="330835"/>
                  </a:lnTo>
                  <a:lnTo>
                    <a:pt x="391033" y="330835"/>
                  </a:lnTo>
                  <a:cubicBezTo>
                    <a:pt x="391033" y="334772"/>
                    <a:pt x="390652" y="338709"/>
                    <a:pt x="389890" y="342519"/>
                  </a:cubicBezTo>
                  <a:cubicBezTo>
                    <a:pt x="389128" y="346329"/>
                    <a:pt x="387985" y="350139"/>
                    <a:pt x="386461" y="353822"/>
                  </a:cubicBezTo>
                  <a:cubicBezTo>
                    <a:pt x="384937" y="357505"/>
                    <a:pt x="383159" y="360934"/>
                    <a:pt x="380873" y="364236"/>
                  </a:cubicBezTo>
                  <a:lnTo>
                    <a:pt x="376936" y="361569"/>
                  </a:lnTo>
                  <a:lnTo>
                    <a:pt x="380873" y="364236"/>
                  </a:lnTo>
                  <a:cubicBezTo>
                    <a:pt x="378714" y="367538"/>
                    <a:pt x="376174" y="370586"/>
                    <a:pt x="373380" y="373380"/>
                  </a:cubicBezTo>
                  <a:cubicBezTo>
                    <a:pt x="370586" y="376174"/>
                    <a:pt x="367538" y="378587"/>
                    <a:pt x="364236" y="380873"/>
                  </a:cubicBezTo>
                  <a:cubicBezTo>
                    <a:pt x="360934" y="383032"/>
                    <a:pt x="357505" y="384937"/>
                    <a:pt x="353822" y="386461"/>
                  </a:cubicBezTo>
                  <a:cubicBezTo>
                    <a:pt x="350139" y="387985"/>
                    <a:pt x="346456" y="389128"/>
                    <a:pt x="342519" y="389890"/>
                  </a:cubicBezTo>
                  <a:lnTo>
                    <a:pt x="341630" y="385191"/>
                  </a:lnTo>
                  <a:lnTo>
                    <a:pt x="342519" y="389890"/>
                  </a:lnTo>
                  <a:cubicBezTo>
                    <a:pt x="338709" y="390652"/>
                    <a:pt x="334772" y="391033"/>
                    <a:pt x="330835" y="391033"/>
                  </a:cubicBezTo>
                  <a:lnTo>
                    <a:pt x="330835" y="386207"/>
                  </a:lnTo>
                  <a:lnTo>
                    <a:pt x="330835" y="391033"/>
                  </a:lnTo>
                  <a:lnTo>
                    <a:pt x="60198" y="391033"/>
                  </a:lnTo>
                  <a:lnTo>
                    <a:pt x="60198" y="386207"/>
                  </a:lnTo>
                  <a:lnTo>
                    <a:pt x="60198" y="391033"/>
                  </a:lnTo>
                  <a:cubicBezTo>
                    <a:pt x="56261" y="391033"/>
                    <a:pt x="52324" y="390652"/>
                    <a:pt x="48514" y="389890"/>
                  </a:cubicBezTo>
                  <a:lnTo>
                    <a:pt x="49403" y="385191"/>
                  </a:lnTo>
                  <a:lnTo>
                    <a:pt x="48514" y="389890"/>
                  </a:lnTo>
                  <a:cubicBezTo>
                    <a:pt x="44577" y="389128"/>
                    <a:pt x="40894" y="387985"/>
                    <a:pt x="37211" y="386461"/>
                  </a:cubicBezTo>
                  <a:cubicBezTo>
                    <a:pt x="33528" y="384937"/>
                    <a:pt x="30099" y="383159"/>
                    <a:pt x="26797" y="380873"/>
                  </a:cubicBezTo>
                  <a:cubicBezTo>
                    <a:pt x="23495" y="378714"/>
                    <a:pt x="20447" y="376174"/>
                    <a:pt x="17653" y="373380"/>
                  </a:cubicBezTo>
                  <a:cubicBezTo>
                    <a:pt x="14859" y="370586"/>
                    <a:pt x="12319" y="367538"/>
                    <a:pt x="10160" y="364236"/>
                  </a:cubicBezTo>
                  <a:lnTo>
                    <a:pt x="14097" y="361569"/>
                  </a:lnTo>
                  <a:lnTo>
                    <a:pt x="10160" y="364236"/>
                  </a:lnTo>
                  <a:cubicBezTo>
                    <a:pt x="8001" y="360934"/>
                    <a:pt x="6096" y="357505"/>
                    <a:pt x="4572" y="353822"/>
                  </a:cubicBezTo>
                  <a:lnTo>
                    <a:pt x="9017" y="352044"/>
                  </a:lnTo>
                  <a:lnTo>
                    <a:pt x="4572" y="353822"/>
                  </a:lnTo>
                  <a:cubicBezTo>
                    <a:pt x="3048" y="350139"/>
                    <a:pt x="1905" y="346456"/>
                    <a:pt x="1143" y="342519"/>
                  </a:cubicBezTo>
                  <a:cubicBezTo>
                    <a:pt x="381" y="338582"/>
                    <a:pt x="0" y="334772"/>
                    <a:pt x="0" y="330835"/>
                  </a:cubicBezTo>
                  <a:lnTo>
                    <a:pt x="4826" y="330835"/>
                  </a:lnTo>
                  <a:lnTo>
                    <a:pt x="127" y="330835"/>
                  </a:lnTo>
                  <a:moveTo>
                    <a:pt x="9652" y="330835"/>
                  </a:moveTo>
                  <a:cubicBezTo>
                    <a:pt x="9652" y="334137"/>
                    <a:pt x="10033" y="337439"/>
                    <a:pt x="10668" y="340741"/>
                  </a:cubicBezTo>
                  <a:lnTo>
                    <a:pt x="5969" y="341630"/>
                  </a:lnTo>
                  <a:lnTo>
                    <a:pt x="10668" y="340741"/>
                  </a:lnTo>
                  <a:cubicBezTo>
                    <a:pt x="11303" y="344043"/>
                    <a:pt x="12319" y="347091"/>
                    <a:pt x="13589" y="350266"/>
                  </a:cubicBezTo>
                  <a:cubicBezTo>
                    <a:pt x="14859" y="353314"/>
                    <a:pt x="16383" y="356235"/>
                    <a:pt x="18288" y="359029"/>
                  </a:cubicBezTo>
                  <a:cubicBezTo>
                    <a:pt x="20066" y="361823"/>
                    <a:pt x="22225" y="364363"/>
                    <a:pt x="24511" y="366649"/>
                  </a:cubicBezTo>
                  <a:lnTo>
                    <a:pt x="21082" y="370078"/>
                  </a:lnTo>
                  <a:lnTo>
                    <a:pt x="24511" y="366649"/>
                  </a:lnTo>
                  <a:cubicBezTo>
                    <a:pt x="26797" y="368935"/>
                    <a:pt x="29464" y="371094"/>
                    <a:pt x="32131" y="372872"/>
                  </a:cubicBezTo>
                  <a:lnTo>
                    <a:pt x="29464" y="376809"/>
                  </a:lnTo>
                  <a:lnTo>
                    <a:pt x="32131" y="372872"/>
                  </a:lnTo>
                  <a:cubicBezTo>
                    <a:pt x="34925" y="374650"/>
                    <a:pt x="37846" y="376301"/>
                    <a:pt x="40894" y="377571"/>
                  </a:cubicBezTo>
                  <a:lnTo>
                    <a:pt x="39116" y="382016"/>
                  </a:lnTo>
                  <a:lnTo>
                    <a:pt x="40894" y="377571"/>
                  </a:lnTo>
                  <a:cubicBezTo>
                    <a:pt x="43942" y="378841"/>
                    <a:pt x="47117" y="379857"/>
                    <a:pt x="50419" y="380492"/>
                  </a:cubicBezTo>
                  <a:cubicBezTo>
                    <a:pt x="53721" y="381127"/>
                    <a:pt x="56896" y="381508"/>
                    <a:pt x="60325" y="381508"/>
                  </a:cubicBezTo>
                  <a:lnTo>
                    <a:pt x="330835" y="381508"/>
                  </a:lnTo>
                  <a:cubicBezTo>
                    <a:pt x="334137" y="381508"/>
                    <a:pt x="337439" y="381127"/>
                    <a:pt x="340614" y="380492"/>
                  </a:cubicBezTo>
                  <a:cubicBezTo>
                    <a:pt x="343916" y="379857"/>
                    <a:pt x="346964" y="378841"/>
                    <a:pt x="350139" y="377571"/>
                  </a:cubicBezTo>
                  <a:lnTo>
                    <a:pt x="351917" y="382016"/>
                  </a:lnTo>
                  <a:lnTo>
                    <a:pt x="350139" y="377571"/>
                  </a:lnTo>
                  <a:cubicBezTo>
                    <a:pt x="353187" y="376301"/>
                    <a:pt x="356108" y="374777"/>
                    <a:pt x="358902" y="372872"/>
                  </a:cubicBezTo>
                  <a:lnTo>
                    <a:pt x="361569" y="376809"/>
                  </a:lnTo>
                  <a:lnTo>
                    <a:pt x="358902" y="372872"/>
                  </a:lnTo>
                  <a:cubicBezTo>
                    <a:pt x="361696" y="370967"/>
                    <a:pt x="364236" y="368935"/>
                    <a:pt x="366522" y="366649"/>
                  </a:cubicBezTo>
                  <a:lnTo>
                    <a:pt x="369951" y="370078"/>
                  </a:lnTo>
                  <a:lnTo>
                    <a:pt x="366522" y="366649"/>
                  </a:lnTo>
                  <a:cubicBezTo>
                    <a:pt x="368808" y="364363"/>
                    <a:pt x="370967" y="361696"/>
                    <a:pt x="372745" y="359029"/>
                  </a:cubicBezTo>
                  <a:cubicBezTo>
                    <a:pt x="374523" y="356235"/>
                    <a:pt x="376174" y="353441"/>
                    <a:pt x="377444" y="350266"/>
                  </a:cubicBezTo>
                  <a:lnTo>
                    <a:pt x="381889" y="352044"/>
                  </a:lnTo>
                  <a:lnTo>
                    <a:pt x="377444" y="350266"/>
                  </a:lnTo>
                  <a:cubicBezTo>
                    <a:pt x="378714" y="347218"/>
                    <a:pt x="379730" y="344043"/>
                    <a:pt x="380365" y="340741"/>
                  </a:cubicBezTo>
                  <a:lnTo>
                    <a:pt x="385064" y="341630"/>
                  </a:lnTo>
                  <a:lnTo>
                    <a:pt x="380365" y="340741"/>
                  </a:lnTo>
                  <a:cubicBezTo>
                    <a:pt x="381000" y="337439"/>
                    <a:pt x="381381" y="334264"/>
                    <a:pt x="381381" y="330835"/>
                  </a:cubicBezTo>
                  <a:lnTo>
                    <a:pt x="381381" y="60198"/>
                  </a:lnTo>
                  <a:cubicBezTo>
                    <a:pt x="381381" y="56896"/>
                    <a:pt x="381000" y="53594"/>
                    <a:pt x="380365" y="50292"/>
                  </a:cubicBezTo>
                  <a:lnTo>
                    <a:pt x="385064" y="49403"/>
                  </a:lnTo>
                  <a:lnTo>
                    <a:pt x="380365" y="50292"/>
                  </a:lnTo>
                  <a:cubicBezTo>
                    <a:pt x="379730" y="46990"/>
                    <a:pt x="378714" y="43942"/>
                    <a:pt x="377444" y="40767"/>
                  </a:cubicBezTo>
                  <a:lnTo>
                    <a:pt x="381889" y="38989"/>
                  </a:lnTo>
                  <a:lnTo>
                    <a:pt x="377444" y="40767"/>
                  </a:lnTo>
                  <a:cubicBezTo>
                    <a:pt x="376174" y="37719"/>
                    <a:pt x="374650" y="34798"/>
                    <a:pt x="372745" y="32004"/>
                  </a:cubicBezTo>
                  <a:lnTo>
                    <a:pt x="376682" y="29337"/>
                  </a:lnTo>
                  <a:lnTo>
                    <a:pt x="372745" y="32004"/>
                  </a:lnTo>
                  <a:cubicBezTo>
                    <a:pt x="370840" y="29210"/>
                    <a:pt x="368808" y="26670"/>
                    <a:pt x="366522" y="24384"/>
                  </a:cubicBezTo>
                  <a:lnTo>
                    <a:pt x="369951" y="20955"/>
                  </a:lnTo>
                  <a:lnTo>
                    <a:pt x="366522" y="24384"/>
                  </a:lnTo>
                  <a:cubicBezTo>
                    <a:pt x="364236" y="22098"/>
                    <a:pt x="361569" y="19939"/>
                    <a:pt x="358902" y="18161"/>
                  </a:cubicBezTo>
                  <a:lnTo>
                    <a:pt x="361569" y="14224"/>
                  </a:lnTo>
                  <a:lnTo>
                    <a:pt x="358902" y="18161"/>
                  </a:lnTo>
                  <a:cubicBezTo>
                    <a:pt x="356108" y="16256"/>
                    <a:pt x="353187" y="14732"/>
                    <a:pt x="350139" y="13462"/>
                  </a:cubicBezTo>
                  <a:lnTo>
                    <a:pt x="351917" y="9017"/>
                  </a:lnTo>
                  <a:lnTo>
                    <a:pt x="350139" y="13462"/>
                  </a:lnTo>
                  <a:cubicBezTo>
                    <a:pt x="347091" y="12192"/>
                    <a:pt x="343916" y="11176"/>
                    <a:pt x="340614" y="10541"/>
                  </a:cubicBezTo>
                  <a:cubicBezTo>
                    <a:pt x="337312" y="9906"/>
                    <a:pt x="334137" y="9525"/>
                    <a:pt x="330835" y="9525"/>
                  </a:cubicBezTo>
                  <a:lnTo>
                    <a:pt x="60198" y="9525"/>
                  </a:lnTo>
                  <a:cubicBezTo>
                    <a:pt x="56896" y="9525"/>
                    <a:pt x="53594" y="9906"/>
                    <a:pt x="50292" y="10541"/>
                  </a:cubicBezTo>
                  <a:cubicBezTo>
                    <a:pt x="47117" y="11176"/>
                    <a:pt x="43942" y="12192"/>
                    <a:pt x="40767" y="13462"/>
                  </a:cubicBezTo>
                  <a:lnTo>
                    <a:pt x="38989" y="9017"/>
                  </a:lnTo>
                  <a:lnTo>
                    <a:pt x="40767" y="13462"/>
                  </a:lnTo>
                  <a:cubicBezTo>
                    <a:pt x="37719" y="14732"/>
                    <a:pt x="34798" y="16256"/>
                    <a:pt x="32004" y="18161"/>
                  </a:cubicBezTo>
                  <a:lnTo>
                    <a:pt x="29337" y="14224"/>
                  </a:lnTo>
                  <a:lnTo>
                    <a:pt x="32004" y="18161"/>
                  </a:lnTo>
                  <a:cubicBezTo>
                    <a:pt x="29210" y="20066"/>
                    <a:pt x="26670" y="22098"/>
                    <a:pt x="24384" y="24384"/>
                  </a:cubicBezTo>
                  <a:lnTo>
                    <a:pt x="20955" y="20955"/>
                  </a:lnTo>
                  <a:lnTo>
                    <a:pt x="24384" y="24384"/>
                  </a:lnTo>
                  <a:cubicBezTo>
                    <a:pt x="22098" y="26670"/>
                    <a:pt x="19939" y="29337"/>
                    <a:pt x="18161" y="32004"/>
                  </a:cubicBezTo>
                  <a:lnTo>
                    <a:pt x="14224" y="29337"/>
                  </a:lnTo>
                  <a:lnTo>
                    <a:pt x="18161" y="32004"/>
                  </a:lnTo>
                  <a:cubicBezTo>
                    <a:pt x="16256" y="34798"/>
                    <a:pt x="14732" y="37719"/>
                    <a:pt x="13462" y="40767"/>
                  </a:cubicBezTo>
                  <a:cubicBezTo>
                    <a:pt x="12192" y="43815"/>
                    <a:pt x="11176" y="46990"/>
                    <a:pt x="10541" y="50292"/>
                  </a:cubicBezTo>
                  <a:cubicBezTo>
                    <a:pt x="9906" y="53594"/>
                    <a:pt x="9525" y="56769"/>
                    <a:pt x="9525" y="60198"/>
                  </a:cubicBezTo>
                  <a:lnTo>
                    <a:pt x="9525" y="330708"/>
                  </a:lnTo>
                  <a:close/>
                </a:path>
              </a:pathLst>
            </a:custGeom>
            <a:solidFill>
              <a:srgbClr val="E7B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74955" y="170307"/>
              <a:ext cx="35184" cy="43185"/>
            </a:xfrm>
            <a:custGeom>
              <a:avLst/>
              <a:gdLst/>
              <a:ahLst/>
              <a:cxnLst/>
              <a:rect l="l" t="t" r="r" b="b"/>
              <a:pathLst>
                <a:path w="35184" h="43185" extrusionOk="0">
                  <a:moveTo>
                    <a:pt x="29337" y="43053"/>
                  </a:moveTo>
                  <a:cubicBezTo>
                    <a:pt x="25400" y="42926"/>
                    <a:pt x="22479" y="42545"/>
                    <a:pt x="19558" y="41783"/>
                  </a:cubicBezTo>
                  <a:cubicBezTo>
                    <a:pt x="19304" y="41783"/>
                    <a:pt x="19177" y="41656"/>
                    <a:pt x="18923" y="41529"/>
                  </a:cubicBezTo>
                  <a:cubicBezTo>
                    <a:pt x="16002" y="40386"/>
                    <a:pt x="13081" y="38735"/>
                    <a:pt x="10287" y="36703"/>
                  </a:cubicBezTo>
                  <a:cubicBezTo>
                    <a:pt x="10033" y="36576"/>
                    <a:pt x="9779" y="36322"/>
                    <a:pt x="9525" y="36068"/>
                  </a:cubicBezTo>
                  <a:cubicBezTo>
                    <a:pt x="5842" y="32258"/>
                    <a:pt x="3048" y="27940"/>
                    <a:pt x="1778" y="24892"/>
                  </a:cubicBezTo>
                  <a:cubicBezTo>
                    <a:pt x="1651" y="24638"/>
                    <a:pt x="1651" y="24384"/>
                    <a:pt x="1524" y="24130"/>
                  </a:cubicBezTo>
                  <a:cubicBezTo>
                    <a:pt x="635" y="20955"/>
                    <a:pt x="127" y="15367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ubicBezTo>
                    <a:pt x="11430" y="15367"/>
                    <a:pt x="12065" y="19431"/>
                    <a:pt x="12446" y="21082"/>
                  </a:cubicBezTo>
                  <a:lnTo>
                    <a:pt x="6985" y="22606"/>
                  </a:lnTo>
                  <a:lnTo>
                    <a:pt x="12192" y="20320"/>
                  </a:lnTo>
                  <a:cubicBezTo>
                    <a:pt x="12954" y="21971"/>
                    <a:pt x="14859" y="25146"/>
                    <a:pt x="17780" y="28194"/>
                  </a:cubicBezTo>
                  <a:lnTo>
                    <a:pt x="13716" y="32131"/>
                  </a:lnTo>
                  <a:lnTo>
                    <a:pt x="17145" y="27559"/>
                  </a:lnTo>
                  <a:cubicBezTo>
                    <a:pt x="19177" y="29083"/>
                    <a:pt x="21209" y="30226"/>
                    <a:pt x="23114" y="30988"/>
                  </a:cubicBezTo>
                  <a:lnTo>
                    <a:pt x="21082" y="36322"/>
                  </a:lnTo>
                  <a:lnTo>
                    <a:pt x="22479" y="30861"/>
                  </a:lnTo>
                  <a:cubicBezTo>
                    <a:pt x="24384" y="31369"/>
                    <a:pt x="26416" y="31623"/>
                    <a:pt x="29718" y="31750"/>
                  </a:cubicBezTo>
                  <a:cubicBezTo>
                    <a:pt x="32893" y="31877"/>
                    <a:pt x="35306" y="34544"/>
                    <a:pt x="35179" y="37719"/>
                  </a:cubicBezTo>
                  <a:cubicBezTo>
                    <a:pt x="35052" y="40894"/>
                    <a:pt x="32385" y="43307"/>
                    <a:pt x="29210" y="4318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327660" y="361932"/>
              <a:ext cx="38481" cy="32276"/>
            </a:xfrm>
            <a:custGeom>
              <a:avLst/>
              <a:gdLst/>
              <a:ahLst/>
              <a:cxnLst/>
              <a:rect l="l" t="t" r="r" b="b"/>
              <a:pathLst>
                <a:path w="38481" h="32276" extrusionOk="0">
                  <a:moveTo>
                    <a:pt x="38481" y="6114"/>
                  </a:moveTo>
                  <a:cubicBezTo>
                    <a:pt x="38227" y="11321"/>
                    <a:pt x="37592" y="14369"/>
                    <a:pt x="36449" y="17671"/>
                  </a:cubicBezTo>
                  <a:cubicBezTo>
                    <a:pt x="36322" y="17925"/>
                    <a:pt x="36195" y="18179"/>
                    <a:pt x="36068" y="18433"/>
                  </a:cubicBezTo>
                  <a:cubicBezTo>
                    <a:pt x="34290" y="21608"/>
                    <a:pt x="33020" y="23259"/>
                    <a:pt x="29464" y="26815"/>
                  </a:cubicBezTo>
                  <a:cubicBezTo>
                    <a:pt x="29083" y="27196"/>
                    <a:pt x="28829" y="27450"/>
                    <a:pt x="28321" y="27704"/>
                  </a:cubicBezTo>
                  <a:cubicBezTo>
                    <a:pt x="23876" y="30371"/>
                    <a:pt x="19304" y="31895"/>
                    <a:pt x="14732" y="32276"/>
                  </a:cubicBezTo>
                  <a:cubicBezTo>
                    <a:pt x="14605" y="32276"/>
                    <a:pt x="14351" y="32276"/>
                    <a:pt x="14224" y="32276"/>
                  </a:cubicBezTo>
                  <a:lnTo>
                    <a:pt x="5715" y="32276"/>
                  </a:lnTo>
                  <a:cubicBezTo>
                    <a:pt x="2540" y="32276"/>
                    <a:pt x="0" y="29736"/>
                    <a:pt x="0" y="26561"/>
                  </a:cubicBezTo>
                  <a:cubicBezTo>
                    <a:pt x="0" y="23386"/>
                    <a:pt x="2540" y="20846"/>
                    <a:pt x="5715" y="20846"/>
                  </a:cubicBezTo>
                  <a:lnTo>
                    <a:pt x="14224" y="20846"/>
                  </a:lnTo>
                  <a:lnTo>
                    <a:pt x="14224" y="26561"/>
                  </a:lnTo>
                  <a:lnTo>
                    <a:pt x="13589" y="20846"/>
                  </a:lnTo>
                  <a:cubicBezTo>
                    <a:pt x="16383" y="20592"/>
                    <a:pt x="19431" y="19576"/>
                    <a:pt x="22479" y="17798"/>
                  </a:cubicBezTo>
                  <a:lnTo>
                    <a:pt x="25400" y="22624"/>
                  </a:lnTo>
                  <a:lnTo>
                    <a:pt x="21336" y="18560"/>
                  </a:lnTo>
                  <a:cubicBezTo>
                    <a:pt x="24384" y="15512"/>
                    <a:pt x="24892" y="14750"/>
                    <a:pt x="25908" y="12845"/>
                  </a:cubicBezTo>
                  <a:lnTo>
                    <a:pt x="30861" y="15512"/>
                  </a:lnTo>
                  <a:lnTo>
                    <a:pt x="25527" y="13607"/>
                  </a:lnTo>
                  <a:cubicBezTo>
                    <a:pt x="26162" y="11702"/>
                    <a:pt x="26670" y="9797"/>
                    <a:pt x="26924" y="5352"/>
                  </a:cubicBezTo>
                  <a:cubicBezTo>
                    <a:pt x="27051" y="2177"/>
                    <a:pt x="29718" y="-236"/>
                    <a:pt x="32893" y="18"/>
                  </a:cubicBezTo>
                  <a:cubicBezTo>
                    <a:pt x="36068" y="272"/>
                    <a:pt x="38481" y="2812"/>
                    <a:pt x="38227" y="5987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41986" y="354711"/>
              <a:ext cx="32898" cy="39629"/>
            </a:xfrm>
            <a:custGeom>
              <a:avLst/>
              <a:gdLst/>
              <a:ahLst/>
              <a:cxnLst/>
              <a:rect l="l" t="t" r="r" b="b"/>
              <a:pathLst>
                <a:path w="32898" h="39629" extrusionOk="0">
                  <a:moveTo>
                    <a:pt x="26797" y="39497"/>
                  </a:moveTo>
                  <a:cubicBezTo>
                    <a:pt x="20320" y="38989"/>
                    <a:pt x="15875" y="37973"/>
                    <a:pt x="12573" y="36322"/>
                  </a:cubicBezTo>
                  <a:cubicBezTo>
                    <a:pt x="12319" y="36195"/>
                    <a:pt x="12065" y="36068"/>
                    <a:pt x="11811" y="35814"/>
                  </a:cubicBezTo>
                  <a:cubicBezTo>
                    <a:pt x="8636" y="33655"/>
                    <a:pt x="4953" y="29718"/>
                    <a:pt x="2413" y="25400"/>
                  </a:cubicBezTo>
                  <a:cubicBezTo>
                    <a:pt x="2159" y="25019"/>
                    <a:pt x="2032" y="24638"/>
                    <a:pt x="1905" y="24257"/>
                  </a:cubicBezTo>
                  <a:cubicBezTo>
                    <a:pt x="508" y="19685"/>
                    <a:pt x="0" y="14224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ubicBezTo>
                    <a:pt x="11430" y="14097"/>
                    <a:pt x="11938" y="18034"/>
                    <a:pt x="12827" y="20828"/>
                  </a:cubicBezTo>
                  <a:lnTo>
                    <a:pt x="7366" y="22606"/>
                  </a:lnTo>
                  <a:lnTo>
                    <a:pt x="12319" y="19685"/>
                  </a:lnTo>
                  <a:cubicBezTo>
                    <a:pt x="14097" y="22733"/>
                    <a:pt x="16764" y="25400"/>
                    <a:pt x="18415" y="26543"/>
                  </a:cubicBezTo>
                  <a:lnTo>
                    <a:pt x="15113" y="31242"/>
                  </a:lnTo>
                  <a:lnTo>
                    <a:pt x="17526" y="26162"/>
                  </a:lnTo>
                  <a:cubicBezTo>
                    <a:pt x="19177" y="26924"/>
                    <a:pt x="21971" y="27813"/>
                    <a:pt x="27559" y="28194"/>
                  </a:cubicBezTo>
                  <a:cubicBezTo>
                    <a:pt x="30734" y="28448"/>
                    <a:pt x="33020" y="31115"/>
                    <a:pt x="32893" y="34290"/>
                  </a:cubicBezTo>
                  <a:cubicBezTo>
                    <a:pt x="32766" y="37465"/>
                    <a:pt x="29972" y="39751"/>
                    <a:pt x="26797" y="39624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141859" y="125730"/>
              <a:ext cx="37465" cy="33546"/>
            </a:xfrm>
            <a:custGeom>
              <a:avLst/>
              <a:gdLst/>
              <a:ahLst/>
              <a:cxnLst/>
              <a:rect l="l" t="t" r="r" b="b"/>
              <a:pathLst>
                <a:path w="37465" h="33546" extrusionOk="0">
                  <a:moveTo>
                    <a:pt x="0" y="27813"/>
                  </a:moveTo>
                  <a:cubicBezTo>
                    <a:pt x="381" y="21463"/>
                    <a:pt x="1397" y="17145"/>
                    <a:pt x="2794" y="13970"/>
                  </a:cubicBezTo>
                  <a:cubicBezTo>
                    <a:pt x="2921" y="13716"/>
                    <a:pt x="3048" y="13462"/>
                    <a:pt x="3175" y="13208"/>
                  </a:cubicBezTo>
                  <a:cubicBezTo>
                    <a:pt x="5207" y="10033"/>
                    <a:pt x="8763" y="6223"/>
                    <a:pt x="12827" y="3429"/>
                  </a:cubicBezTo>
                  <a:cubicBezTo>
                    <a:pt x="13081" y="3175"/>
                    <a:pt x="13462" y="3048"/>
                    <a:pt x="13716" y="2921"/>
                  </a:cubicBezTo>
                  <a:cubicBezTo>
                    <a:pt x="16637" y="1651"/>
                    <a:pt x="19685" y="762"/>
                    <a:pt x="24384" y="0"/>
                  </a:cubicBezTo>
                  <a:cubicBezTo>
                    <a:pt x="24638" y="0"/>
                    <a:pt x="24892" y="0"/>
                    <a:pt x="25146" y="0"/>
                  </a:cubicBezTo>
                  <a:lnTo>
                    <a:pt x="31750" y="0"/>
                  </a:lnTo>
                  <a:cubicBezTo>
                    <a:pt x="34925" y="0"/>
                    <a:pt x="37465" y="2540"/>
                    <a:pt x="37465" y="5715"/>
                  </a:cubicBezTo>
                  <a:cubicBezTo>
                    <a:pt x="37465" y="8890"/>
                    <a:pt x="34925" y="11430"/>
                    <a:pt x="31750" y="11430"/>
                  </a:cubicBezTo>
                  <a:lnTo>
                    <a:pt x="25146" y="11430"/>
                  </a:lnTo>
                  <a:lnTo>
                    <a:pt x="25146" y="5715"/>
                  </a:lnTo>
                  <a:lnTo>
                    <a:pt x="25908" y="11303"/>
                  </a:lnTo>
                  <a:cubicBezTo>
                    <a:pt x="22098" y="11811"/>
                    <a:pt x="20066" y="12446"/>
                    <a:pt x="18415" y="13208"/>
                  </a:cubicBezTo>
                  <a:lnTo>
                    <a:pt x="16002" y="8001"/>
                  </a:lnTo>
                  <a:lnTo>
                    <a:pt x="19304" y="12700"/>
                  </a:lnTo>
                  <a:cubicBezTo>
                    <a:pt x="16383" y="14732"/>
                    <a:pt x="13843" y="17526"/>
                    <a:pt x="12827" y="19177"/>
                  </a:cubicBezTo>
                  <a:lnTo>
                    <a:pt x="8001" y="16129"/>
                  </a:lnTo>
                  <a:lnTo>
                    <a:pt x="13208" y="18415"/>
                  </a:lnTo>
                  <a:cubicBezTo>
                    <a:pt x="12573" y="19939"/>
                    <a:pt x="11684" y="22606"/>
                    <a:pt x="11430" y="28194"/>
                  </a:cubicBezTo>
                  <a:cubicBezTo>
                    <a:pt x="11303" y="31369"/>
                    <a:pt x="8509" y="33782"/>
                    <a:pt x="5461" y="33528"/>
                  </a:cubicBezTo>
                  <a:cubicBezTo>
                    <a:pt x="2413" y="33274"/>
                    <a:pt x="-127" y="30607"/>
                    <a:pt x="127" y="27559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79590" y="125841"/>
              <a:ext cx="85725" cy="85249"/>
            </a:xfrm>
            <a:custGeom>
              <a:avLst/>
              <a:gdLst/>
              <a:ahLst/>
              <a:cxnLst/>
              <a:rect l="l" t="t" r="r" b="b"/>
              <a:pathLst>
                <a:path w="85725" h="85249" extrusionOk="0">
                  <a:moveTo>
                    <a:pt x="76010" y="83582"/>
                  </a:moveTo>
                  <a:lnTo>
                    <a:pt x="1715" y="9668"/>
                  </a:lnTo>
                  <a:cubicBezTo>
                    <a:pt x="-571" y="7509"/>
                    <a:pt x="-571" y="3826"/>
                    <a:pt x="1715" y="1667"/>
                  </a:cubicBezTo>
                  <a:cubicBezTo>
                    <a:pt x="4001" y="-492"/>
                    <a:pt x="7557" y="-619"/>
                    <a:pt x="9716" y="1667"/>
                  </a:cubicBezTo>
                  <a:lnTo>
                    <a:pt x="84011" y="75581"/>
                  </a:lnTo>
                  <a:cubicBezTo>
                    <a:pt x="86297" y="77740"/>
                    <a:pt x="86297" y="81423"/>
                    <a:pt x="84011" y="83582"/>
                  </a:cubicBezTo>
                  <a:cubicBezTo>
                    <a:pt x="81725" y="85741"/>
                    <a:pt x="78169" y="85868"/>
                    <a:pt x="76010" y="83582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98699" y="199639"/>
              <a:ext cx="66558" cy="13726"/>
            </a:xfrm>
            <a:custGeom>
              <a:avLst/>
              <a:gdLst/>
              <a:ahLst/>
              <a:cxnLst/>
              <a:rect l="l" t="t" r="r" b="b"/>
              <a:pathLst>
                <a:path w="66558" h="13726" extrusionOk="0">
                  <a:moveTo>
                    <a:pt x="61092" y="11435"/>
                  </a:moveTo>
                  <a:lnTo>
                    <a:pt x="5974" y="13721"/>
                  </a:lnTo>
                  <a:cubicBezTo>
                    <a:pt x="2799" y="13848"/>
                    <a:pt x="132" y="11435"/>
                    <a:pt x="5" y="8260"/>
                  </a:cubicBezTo>
                  <a:cubicBezTo>
                    <a:pt x="-122" y="5085"/>
                    <a:pt x="2291" y="2418"/>
                    <a:pt x="5466" y="2291"/>
                  </a:cubicBezTo>
                  <a:lnTo>
                    <a:pt x="60584" y="5"/>
                  </a:lnTo>
                  <a:cubicBezTo>
                    <a:pt x="63759" y="-122"/>
                    <a:pt x="66426" y="2291"/>
                    <a:pt x="66553" y="5466"/>
                  </a:cubicBezTo>
                  <a:cubicBezTo>
                    <a:pt x="66680" y="8641"/>
                    <a:pt x="64267" y="11308"/>
                    <a:pt x="61092" y="11435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353822" y="199644"/>
              <a:ext cx="12319" cy="173736"/>
            </a:xfrm>
            <a:custGeom>
              <a:avLst/>
              <a:gdLst/>
              <a:ahLst/>
              <a:cxnLst/>
              <a:rect l="l" t="t" r="r" b="b"/>
              <a:pathLst>
                <a:path w="12319" h="173736" extrusionOk="0">
                  <a:moveTo>
                    <a:pt x="11430" y="5715"/>
                  </a:moveTo>
                  <a:lnTo>
                    <a:pt x="12319" y="168021"/>
                  </a:lnTo>
                  <a:cubicBezTo>
                    <a:pt x="12319" y="171196"/>
                    <a:pt x="9779" y="173736"/>
                    <a:pt x="6604" y="173736"/>
                  </a:cubicBezTo>
                  <a:cubicBezTo>
                    <a:pt x="3429" y="173736"/>
                    <a:pt x="889" y="171196"/>
                    <a:pt x="889" y="168021"/>
                  </a:cubicBez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74955" y="125984"/>
              <a:ext cx="11430" cy="55753"/>
            </a:xfrm>
            <a:custGeom>
              <a:avLst/>
              <a:gdLst/>
              <a:ahLst/>
              <a:cxnLst/>
              <a:rect l="l" t="t" r="r" b="b"/>
              <a:pathLst>
                <a:path w="11430" h="55753" extrusionOk="0">
                  <a:moveTo>
                    <a:pt x="0" y="50038"/>
                  </a:move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lnTo>
                    <a:pt x="11430" y="50038"/>
                  </a:lnTo>
                  <a:cubicBezTo>
                    <a:pt x="11430" y="53213"/>
                    <a:pt x="8890" y="55753"/>
                    <a:pt x="5715" y="55753"/>
                  </a:cubicBezTo>
                  <a:cubicBezTo>
                    <a:pt x="2540" y="55753"/>
                    <a:pt x="0" y="53213"/>
                    <a:pt x="0" y="50038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163449" y="382778"/>
              <a:ext cx="175768" cy="11430"/>
            </a:xfrm>
            <a:custGeom>
              <a:avLst/>
              <a:gdLst/>
              <a:ahLst/>
              <a:cxnLst/>
              <a:rect l="l" t="t" r="r" b="b"/>
              <a:pathLst>
                <a:path w="175768" h="11430" extrusionOk="0">
                  <a:moveTo>
                    <a:pt x="170053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170053" y="0"/>
                  </a:lnTo>
                  <a:cubicBezTo>
                    <a:pt x="173228" y="0"/>
                    <a:pt x="175768" y="2540"/>
                    <a:pt x="175768" y="5715"/>
                  </a:cubicBezTo>
                  <a:cubicBezTo>
                    <a:pt x="175768" y="8890"/>
                    <a:pt x="173228" y="11430"/>
                    <a:pt x="170053" y="1143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141859" y="148082"/>
              <a:ext cx="11430" cy="218059"/>
            </a:xfrm>
            <a:custGeom>
              <a:avLst/>
              <a:gdLst/>
              <a:ahLst/>
              <a:cxnLst/>
              <a:rect l="l" t="t" r="r" b="b"/>
              <a:pathLst>
                <a:path w="11430" h="218059" extrusionOk="0">
                  <a:moveTo>
                    <a:pt x="0" y="212344"/>
                  </a:move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lnTo>
                    <a:pt x="11430" y="212344"/>
                  </a:lnTo>
                  <a:cubicBezTo>
                    <a:pt x="11430" y="215519"/>
                    <a:pt x="8890" y="218059"/>
                    <a:pt x="5715" y="218059"/>
                  </a:cubicBezTo>
                  <a:cubicBezTo>
                    <a:pt x="2540" y="218059"/>
                    <a:pt x="0" y="215519"/>
                    <a:pt x="0" y="212344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167894" y="125730"/>
              <a:ext cx="123063" cy="11430"/>
            </a:xfrm>
            <a:custGeom>
              <a:avLst/>
              <a:gdLst/>
              <a:ahLst/>
              <a:cxnLst/>
              <a:rect l="l" t="t" r="r" b="b"/>
              <a:pathLst>
                <a:path w="123063" h="11430" extrusionOk="0">
                  <a:moveTo>
                    <a:pt x="5715" y="0"/>
                  </a:moveTo>
                  <a:lnTo>
                    <a:pt x="117348" y="0"/>
                  </a:lnTo>
                  <a:cubicBezTo>
                    <a:pt x="120523" y="0"/>
                    <a:pt x="123063" y="2540"/>
                    <a:pt x="123063" y="5715"/>
                  </a:cubicBezTo>
                  <a:cubicBezTo>
                    <a:pt x="123063" y="8890"/>
                    <a:pt x="120523" y="11430"/>
                    <a:pt x="117348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599945" y="5140220"/>
            <a:ext cx="390904" cy="381125"/>
            <a:chOff x="63373" y="63500"/>
            <a:chExt cx="390906" cy="381127"/>
          </a:xfrm>
        </p:grpSpPr>
        <p:sp>
          <p:nvSpPr>
            <p:cNvPr id="178" name="Google Shape;178;p3"/>
            <p:cNvSpPr/>
            <p:nvPr/>
          </p:nvSpPr>
          <p:spPr>
            <a:xfrm>
              <a:off x="68326" y="68199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 extrusionOk="0">
                  <a:moveTo>
                    <a:pt x="0" y="316230"/>
                  </a:moveTo>
                  <a:lnTo>
                    <a:pt x="0" y="55245"/>
                  </a:lnTo>
                  <a:cubicBezTo>
                    <a:pt x="0" y="51562"/>
                    <a:pt x="381" y="48006"/>
                    <a:pt x="1016" y="44450"/>
                  </a:cubicBezTo>
                  <a:cubicBezTo>
                    <a:pt x="1651" y="40894"/>
                    <a:pt x="2794" y="37465"/>
                    <a:pt x="4191" y="34036"/>
                  </a:cubicBezTo>
                  <a:cubicBezTo>
                    <a:pt x="5588" y="30607"/>
                    <a:pt x="7239" y="27559"/>
                    <a:pt x="9271" y="24511"/>
                  </a:cubicBezTo>
                  <a:cubicBezTo>
                    <a:pt x="11303" y="21463"/>
                    <a:pt x="13589" y="18669"/>
                    <a:pt x="16129" y="16129"/>
                  </a:cubicBezTo>
                  <a:cubicBezTo>
                    <a:pt x="18669" y="13589"/>
                    <a:pt x="21463" y="11303"/>
                    <a:pt x="24511" y="9271"/>
                  </a:cubicBezTo>
                  <a:cubicBezTo>
                    <a:pt x="27559" y="7239"/>
                    <a:pt x="30734" y="5588"/>
                    <a:pt x="34036" y="4191"/>
                  </a:cubicBezTo>
                  <a:cubicBezTo>
                    <a:pt x="37338" y="2794"/>
                    <a:pt x="40894" y="1778"/>
                    <a:pt x="44450" y="1016"/>
                  </a:cubicBezTo>
                  <a:cubicBezTo>
                    <a:pt x="48006" y="254"/>
                    <a:pt x="51562" y="0"/>
                    <a:pt x="55245" y="0"/>
                  </a:cubicBezTo>
                  <a:lnTo>
                    <a:pt x="325755" y="0"/>
                  </a:lnTo>
                  <a:cubicBezTo>
                    <a:pt x="329438" y="0"/>
                    <a:pt x="332994" y="381"/>
                    <a:pt x="336550" y="1016"/>
                  </a:cubicBezTo>
                  <a:cubicBezTo>
                    <a:pt x="340106" y="1651"/>
                    <a:pt x="343535" y="2794"/>
                    <a:pt x="346964" y="4191"/>
                  </a:cubicBezTo>
                  <a:cubicBezTo>
                    <a:pt x="350393" y="5588"/>
                    <a:pt x="353441" y="7239"/>
                    <a:pt x="356489" y="9271"/>
                  </a:cubicBezTo>
                  <a:cubicBezTo>
                    <a:pt x="359537" y="11303"/>
                    <a:pt x="362331" y="13589"/>
                    <a:pt x="364871" y="16129"/>
                  </a:cubicBezTo>
                  <a:cubicBezTo>
                    <a:pt x="367411" y="18669"/>
                    <a:pt x="369697" y="21463"/>
                    <a:pt x="371729" y="24511"/>
                  </a:cubicBezTo>
                  <a:cubicBezTo>
                    <a:pt x="373761" y="27559"/>
                    <a:pt x="375412" y="30734"/>
                    <a:pt x="376809" y="34036"/>
                  </a:cubicBezTo>
                  <a:cubicBezTo>
                    <a:pt x="378206" y="37338"/>
                    <a:pt x="379222" y="40894"/>
                    <a:pt x="379984" y="44450"/>
                  </a:cubicBezTo>
                  <a:cubicBezTo>
                    <a:pt x="380746" y="48006"/>
                    <a:pt x="381000" y="51562"/>
                    <a:pt x="381000" y="55245"/>
                  </a:cubicBezTo>
                  <a:lnTo>
                    <a:pt x="381000" y="316230"/>
                  </a:lnTo>
                  <a:cubicBezTo>
                    <a:pt x="381000" y="319913"/>
                    <a:pt x="380619" y="323469"/>
                    <a:pt x="379984" y="327025"/>
                  </a:cubicBezTo>
                  <a:cubicBezTo>
                    <a:pt x="379349" y="330581"/>
                    <a:pt x="378206" y="334010"/>
                    <a:pt x="376809" y="337439"/>
                  </a:cubicBezTo>
                  <a:cubicBezTo>
                    <a:pt x="375412" y="340868"/>
                    <a:pt x="373761" y="343916"/>
                    <a:pt x="371729" y="346964"/>
                  </a:cubicBezTo>
                  <a:cubicBezTo>
                    <a:pt x="369697" y="350012"/>
                    <a:pt x="367411" y="352806"/>
                    <a:pt x="364871" y="355346"/>
                  </a:cubicBezTo>
                  <a:cubicBezTo>
                    <a:pt x="362331" y="357886"/>
                    <a:pt x="359537" y="360172"/>
                    <a:pt x="356489" y="362204"/>
                  </a:cubicBezTo>
                  <a:cubicBezTo>
                    <a:pt x="353441" y="364236"/>
                    <a:pt x="350266" y="365887"/>
                    <a:pt x="346964" y="367284"/>
                  </a:cubicBezTo>
                  <a:cubicBezTo>
                    <a:pt x="343662" y="368681"/>
                    <a:pt x="340106" y="369697"/>
                    <a:pt x="336550" y="370459"/>
                  </a:cubicBezTo>
                  <a:cubicBezTo>
                    <a:pt x="332994" y="371221"/>
                    <a:pt x="329438" y="371475"/>
                    <a:pt x="325755" y="371475"/>
                  </a:cubicBezTo>
                  <a:lnTo>
                    <a:pt x="55245" y="371475"/>
                  </a:lnTo>
                  <a:cubicBezTo>
                    <a:pt x="51562" y="371475"/>
                    <a:pt x="48006" y="371094"/>
                    <a:pt x="44450" y="370459"/>
                  </a:cubicBezTo>
                  <a:cubicBezTo>
                    <a:pt x="40894" y="369824"/>
                    <a:pt x="37465" y="368681"/>
                    <a:pt x="34036" y="367284"/>
                  </a:cubicBezTo>
                  <a:cubicBezTo>
                    <a:pt x="30607" y="365887"/>
                    <a:pt x="27559" y="364236"/>
                    <a:pt x="24511" y="362204"/>
                  </a:cubicBezTo>
                  <a:cubicBezTo>
                    <a:pt x="21463" y="360172"/>
                    <a:pt x="18669" y="357886"/>
                    <a:pt x="16129" y="355346"/>
                  </a:cubicBezTo>
                  <a:cubicBezTo>
                    <a:pt x="13589" y="352806"/>
                    <a:pt x="11303" y="350012"/>
                    <a:pt x="9271" y="346964"/>
                  </a:cubicBezTo>
                  <a:cubicBezTo>
                    <a:pt x="7239" y="343916"/>
                    <a:pt x="5588" y="340741"/>
                    <a:pt x="4191" y="337439"/>
                  </a:cubicBezTo>
                  <a:cubicBezTo>
                    <a:pt x="2794" y="334137"/>
                    <a:pt x="1778" y="330581"/>
                    <a:pt x="1016" y="327025"/>
                  </a:cubicBezTo>
                  <a:cubicBezTo>
                    <a:pt x="254" y="323469"/>
                    <a:pt x="0" y="319913"/>
                    <a:pt x="0" y="3162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3373" y="63500"/>
              <a:ext cx="390906" cy="381127"/>
            </a:xfrm>
            <a:custGeom>
              <a:avLst/>
              <a:gdLst/>
              <a:ahLst/>
              <a:cxnLst/>
              <a:rect l="l" t="t" r="r" b="b"/>
              <a:pathLst>
                <a:path w="390906" h="381127" extrusionOk="0">
                  <a:moveTo>
                    <a:pt x="127" y="320929"/>
                  </a:moveTo>
                  <a:lnTo>
                    <a:pt x="127" y="59944"/>
                  </a:lnTo>
                  <a:lnTo>
                    <a:pt x="4953" y="59944"/>
                  </a:lnTo>
                  <a:lnTo>
                    <a:pt x="127" y="59944"/>
                  </a:lnTo>
                  <a:cubicBezTo>
                    <a:pt x="127" y="56007"/>
                    <a:pt x="508" y="52070"/>
                    <a:pt x="1270" y="48260"/>
                  </a:cubicBezTo>
                  <a:cubicBezTo>
                    <a:pt x="2032" y="44450"/>
                    <a:pt x="3175" y="40640"/>
                    <a:pt x="4699" y="36957"/>
                  </a:cubicBezTo>
                  <a:lnTo>
                    <a:pt x="9144" y="38735"/>
                  </a:lnTo>
                  <a:lnTo>
                    <a:pt x="4699" y="36957"/>
                  </a:lnTo>
                  <a:cubicBezTo>
                    <a:pt x="6223" y="33274"/>
                    <a:pt x="8001" y="29845"/>
                    <a:pt x="10287" y="26543"/>
                  </a:cubicBezTo>
                  <a:cubicBezTo>
                    <a:pt x="12446" y="23241"/>
                    <a:pt x="14986" y="20193"/>
                    <a:pt x="17780" y="17399"/>
                  </a:cubicBezTo>
                  <a:cubicBezTo>
                    <a:pt x="20574" y="14605"/>
                    <a:pt x="23622" y="12192"/>
                    <a:pt x="26924" y="9906"/>
                  </a:cubicBezTo>
                  <a:lnTo>
                    <a:pt x="29591" y="13843"/>
                  </a:lnTo>
                  <a:lnTo>
                    <a:pt x="26797" y="10160"/>
                  </a:lnTo>
                  <a:cubicBezTo>
                    <a:pt x="30099" y="8001"/>
                    <a:pt x="33528" y="6096"/>
                    <a:pt x="37211" y="4572"/>
                  </a:cubicBezTo>
                  <a:cubicBezTo>
                    <a:pt x="40894" y="3048"/>
                    <a:pt x="44577" y="1905"/>
                    <a:pt x="48514" y="1143"/>
                  </a:cubicBezTo>
                  <a:lnTo>
                    <a:pt x="49403" y="5842"/>
                  </a:lnTo>
                  <a:lnTo>
                    <a:pt x="48514" y="1143"/>
                  </a:lnTo>
                  <a:cubicBezTo>
                    <a:pt x="52324" y="381"/>
                    <a:pt x="56261" y="0"/>
                    <a:pt x="60198" y="0"/>
                  </a:cubicBezTo>
                  <a:lnTo>
                    <a:pt x="60198" y="4826"/>
                  </a:lnTo>
                  <a:lnTo>
                    <a:pt x="60198" y="0"/>
                  </a:lnTo>
                  <a:lnTo>
                    <a:pt x="330708" y="0"/>
                  </a:lnTo>
                  <a:lnTo>
                    <a:pt x="330708" y="4826"/>
                  </a:lnTo>
                  <a:lnTo>
                    <a:pt x="330708" y="0"/>
                  </a:lnTo>
                  <a:cubicBezTo>
                    <a:pt x="334645" y="0"/>
                    <a:pt x="338582" y="381"/>
                    <a:pt x="342392" y="1143"/>
                  </a:cubicBezTo>
                  <a:lnTo>
                    <a:pt x="341503" y="5842"/>
                  </a:lnTo>
                  <a:lnTo>
                    <a:pt x="342392" y="1143"/>
                  </a:lnTo>
                  <a:cubicBezTo>
                    <a:pt x="346329" y="1905"/>
                    <a:pt x="350012" y="3048"/>
                    <a:pt x="353695" y="4572"/>
                  </a:cubicBezTo>
                  <a:cubicBezTo>
                    <a:pt x="357378" y="6096"/>
                    <a:pt x="360807" y="7874"/>
                    <a:pt x="364109" y="10160"/>
                  </a:cubicBezTo>
                  <a:lnTo>
                    <a:pt x="361442" y="14097"/>
                  </a:lnTo>
                  <a:lnTo>
                    <a:pt x="364109" y="10160"/>
                  </a:lnTo>
                  <a:cubicBezTo>
                    <a:pt x="367411" y="12319"/>
                    <a:pt x="370459" y="14859"/>
                    <a:pt x="373253" y="17653"/>
                  </a:cubicBezTo>
                  <a:cubicBezTo>
                    <a:pt x="376047" y="20447"/>
                    <a:pt x="378587" y="23495"/>
                    <a:pt x="380746" y="26797"/>
                  </a:cubicBezTo>
                  <a:cubicBezTo>
                    <a:pt x="382905" y="30099"/>
                    <a:pt x="384810" y="33528"/>
                    <a:pt x="386334" y="37211"/>
                  </a:cubicBezTo>
                  <a:cubicBezTo>
                    <a:pt x="387858" y="40894"/>
                    <a:pt x="389001" y="44577"/>
                    <a:pt x="389763" y="48514"/>
                  </a:cubicBezTo>
                  <a:cubicBezTo>
                    <a:pt x="390525" y="52324"/>
                    <a:pt x="390906" y="56261"/>
                    <a:pt x="390906" y="60198"/>
                  </a:cubicBezTo>
                  <a:lnTo>
                    <a:pt x="386080" y="60198"/>
                  </a:lnTo>
                  <a:lnTo>
                    <a:pt x="390906" y="60198"/>
                  </a:lnTo>
                  <a:lnTo>
                    <a:pt x="390906" y="320929"/>
                  </a:lnTo>
                  <a:lnTo>
                    <a:pt x="386080" y="320929"/>
                  </a:lnTo>
                  <a:lnTo>
                    <a:pt x="390906" y="320929"/>
                  </a:lnTo>
                  <a:cubicBezTo>
                    <a:pt x="390906" y="324866"/>
                    <a:pt x="390525" y="328803"/>
                    <a:pt x="389763" y="332613"/>
                  </a:cubicBezTo>
                  <a:cubicBezTo>
                    <a:pt x="389001" y="336423"/>
                    <a:pt x="387858" y="340233"/>
                    <a:pt x="386334" y="343916"/>
                  </a:cubicBezTo>
                  <a:cubicBezTo>
                    <a:pt x="384810" y="347599"/>
                    <a:pt x="383032" y="351028"/>
                    <a:pt x="380746" y="354330"/>
                  </a:cubicBezTo>
                  <a:lnTo>
                    <a:pt x="376809" y="351663"/>
                  </a:lnTo>
                  <a:lnTo>
                    <a:pt x="380746" y="354330"/>
                  </a:lnTo>
                  <a:cubicBezTo>
                    <a:pt x="378587" y="357632"/>
                    <a:pt x="376047" y="360680"/>
                    <a:pt x="373253" y="363474"/>
                  </a:cubicBezTo>
                  <a:cubicBezTo>
                    <a:pt x="370459" y="366268"/>
                    <a:pt x="367411" y="368681"/>
                    <a:pt x="364109" y="370967"/>
                  </a:cubicBezTo>
                  <a:cubicBezTo>
                    <a:pt x="360807" y="373126"/>
                    <a:pt x="357378" y="375031"/>
                    <a:pt x="353695" y="376555"/>
                  </a:cubicBezTo>
                  <a:cubicBezTo>
                    <a:pt x="350012" y="378079"/>
                    <a:pt x="346329" y="379222"/>
                    <a:pt x="342392" y="379984"/>
                  </a:cubicBezTo>
                  <a:lnTo>
                    <a:pt x="341503" y="375285"/>
                  </a:lnTo>
                  <a:lnTo>
                    <a:pt x="342392" y="379984"/>
                  </a:lnTo>
                  <a:cubicBezTo>
                    <a:pt x="338582" y="380746"/>
                    <a:pt x="334645" y="381127"/>
                    <a:pt x="330708" y="381127"/>
                  </a:cubicBezTo>
                  <a:lnTo>
                    <a:pt x="330708" y="376301"/>
                  </a:lnTo>
                  <a:lnTo>
                    <a:pt x="330708" y="381000"/>
                  </a:lnTo>
                  <a:lnTo>
                    <a:pt x="60198" y="381000"/>
                  </a:lnTo>
                  <a:lnTo>
                    <a:pt x="60198" y="376174"/>
                  </a:lnTo>
                  <a:lnTo>
                    <a:pt x="60198" y="381000"/>
                  </a:lnTo>
                  <a:cubicBezTo>
                    <a:pt x="56261" y="381000"/>
                    <a:pt x="52324" y="380619"/>
                    <a:pt x="48514" y="379857"/>
                  </a:cubicBezTo>
                  <a:lnTo>
                    <a:pt x="49403" y="375158"/>
                  </a:lnTo>
                  <a:lnTo>
                    <a:pt x="48514" y="379857"/>
                  </a:lnTo>
                  <a:cubicBezTo>
                    <a:pt x="44577" y="379095"/>
                    <a:pt x="40894" y="377952"/>
                    <a:pt x="37211" y="376428"/>
                  </a:cubicBezTo>
                  <a:cubicBezTo>
                    <a:pt x="33528" y="374904"/>
                    <a:pt x="30099" y="373126"/>
                    <a:pt x="26797" y="370840"/>
                  </a:cubicBezTo>
                  <a:cubicBezTo>
                    <a:pt x="23495" y="368681"/>
                    <a:pt x="20447" y="366141"/>
                    <a:pt x="17653" y="363347"/>
                  </a:cubicBezTo>
                  <a:cubicBezTo>
                    <a:pt x="14859" y="360553"/>
                    <a:pt x="12319" y="357505"/>
                    <a:pt x="10160" y="354203"/>
                  </a:cubicBezTo>
                  <a:lnTo>
                    <a:pt x="14097" y="351536"/>
                  </a:lnTo>
                  <a:lnTo>
                    <a:pt x="10160" y="354203"/>
                  </a:lnTo>
                  <a:cubicBezTo>
                    <a:pt x="8001" y="350901"/>
                    <a:pt x="6096" y="347472"/>
                    <a:pt x="4572" y="343789"/>
                  </a:cubicBezTo>
                  <a:lnTo>
                    <a:pt x="9017" y="342011"/>
                  </a:lnTo>
                  <a:lnTo>
                    <a:pt x="4572" y="343789"/>
                  </a:lnTo>
                  <a:cubicBezTo>
                    <a:pt x="3048" y="340106"/>
                    <a:pt x="1905" y="336423"/>
                    <a:pt x="1143" y="332486"/>
                  </a:cubicBezTo>
                  <a:cubicBezTo>
                    <a:pt x="381" y="328549"/>
                    <a:pt x="0" y="324739"/>
                    <a:pt x="0" y="320802"/>
                  </a:cubicBezTo>
                  <a:lnTo>
                    <a:pt x="4826" y="320802"/>
                  </a:lnTo>
                  <a:lnTo>
                    <a:pt x="127" y="320802"/>
                  </a:lnTo>
                  <a:moveTo>
                    <a:pt x="9652" y="320802"/>
                  </a:moveTo>
                  <a:cubicBezTo>
                    <a:pt x="9652" y="324104"/>
                    <a:pt x="10033" y="327406"/>
                    <a:pt x="10668" y="330708"/>
                  </a:cubicBezTo>
                  <a:lnTo>
                    <a:pt x="5969" y="331597"/>
                  </a:lnTo>
                  <a:lnTo>
                    <a:pt x="10668" y="330708"/>
                  </a:lnTo>
                  <a:cubicBezTo>
                    <a:pt x="11303" y="334010"/>
                    <a:pt x="12319" y="337058"/>
                    <a:pt x="13589" y="340233"/>
                  </a:cubicBezTo>
                  <a:cubicBezTo>
                    <a:pt x="14859" y="343281"/>
                    <a:pt x="16383" y="346202"/>
                    <a:pt x="18288" y="348996"/>
                  </a:cubicBezTo>
                  <a:cubicBezTo>
                    <a:pt x="20066" y="351790"/>
                    <a:pt x="22225" y="354330"/>
                    <a:pt x="24511" y="356616"/>
                  </a:cubicBezTo>
                  <a:lnTo>
                    <a:pt x="21082" y="360045"/>
                  </a:lnTo>
                  <a:lnTo>
                    <a:pt x="24511" y="356616"/>
                  </a:lnTo>
                  <a:cubicBezTo>
                    <a:pt x="26797" y="358902"/>
                    <a:pt x="29464" y="361061"/>
                    <a:pt x="32131" y="362839"/>
                  </a:cubicBezTo>
                  <a:lnTo>
                    <a:pt x="29464" y="366776"/>
                  </a:lnTo>
                  <a:lnTo>
                    <a:pt x="32131" y="362839"/>
                  </a:lnTo>
                  <a:cubicBezTo>
                    <a:pt x="34925" y="364617"/>
                    <a:pt x="37846" y="366268"/>
                    <a:pt x="40894" y="367538"/>
                  </a:cubicBezTo>
                  <a:lnTo>
                    <a:pt x="39116" y="371983"/>
                  </a:lnTo>
                  <a:lnTo>
                    <a:pt x="40894" y="367538"/>
                  </a:lnTo>
                  <a:cubicBezTo>
                    <a:pt x="43942" y="368808"/>
                    <a:pt x="47117" y="369824"/>
                    <a:pt x="50419" y="370459"/>
                  </a:cubicBezTo>
                  <a:cubicBezTo>
                    <a:pt x="53721" y="371094"/>
                    <a:pt x="56896" y="371475"/>
                    <a:pt x="60325" y="371475"/>
                  </a:cubicBezTo>
                  <a:lnTo>
                    <a:pt x="330835" y="371475"/>
                  </a:lnTo>
                  <a:cubicBezTo>
                    <a:pt x="334137" y="371475"/>
                    <a:pt x="337439" y="371094"/>
                    <a:pt x="340614" y="370459"/>
                  </a:cubicBezTo>
                  <a:cubicBezTo>
                    <a:pt x="343916" y="369824"/>
                    <a:pt x="346964" y="368808"/>
                    <a:pt x="350139" y="367538"/>
                  </a:cubicBezTo>
                  <a:lnTo>
                    <a:pt x="351917" y="371983"/>
                  </a:lnTo>
                  <a:lnTo>
                    <a:pt x="350139" y="367538"/>
                  </a:lnTo>
                  <a:cubicBezTo>
                    <a:pt x="353187" y="366268"/>
                    <a:pt x="356108" y="364744"/>
                    <a:pt x="358902" y="362839"/>
                  </a:cubicBezTo>
                  <a:lnTo>
                    <a:pt x="361569" y="366776"/>
                  </a:lnTo>
                  <a:lnTo>
                    <a:pt x="358902" y="362839"/>
                  </a:lnTo>
                  <a:cubicBezTo>
                    <a:pt x="361696" y="360934"/>
                    <a:pt x="364236" y="358902"/>
                    <a:pt x="366522" y="356616"/>
                  </a:cubicBezTo>
                  <a:lnTo>
                    <a:pt x="369951" y="360045"/>
                  </a:lnTo>
                  <a:lnTo>
                    <a:pt x="366522" y="356616"/>
                  </a:lnTo>
                  <a:cubicBezTo>
                    <a:pt x="368808" y="354330"/>
                    <a:pt x="370967" y="351663"/>
                    <a:pt x="372745" y="348996"/>
                  </a:cubicBezTo>
                  <a:cubicBezTo>
                    <a:pt x="374523" y="346202"/>
                    <a:pt x="376174" y="343408"/>
                    <a:pt x="377444" y="340233"/>
                  </a:cubicBezTo>
                  <a:lnTo>
                    <a:pt x="381889" y="342011"/>
                  </a:lnTo>
                  <a:lnTo>
                    <a:pt x="377444" y="340233"/>
                  </a:lnTo>
                  <a:cubicBezTo>
                    <a:pt x="378714" y="337185"/>
                    <a:pt x="379730" y="334010"/>
                    <a:pt x="380365" y="330708"/>
                  </a:cubicBezTo>
                  <a:lnTo>
                    <a:pt x="385064" y="331597"/>
                  </a:lnTo>
                  <a:lnTo>
                    <a:pt x="380365" y="330708"/>
                  </a:lnTo>
                  <a:cubicBezTo>
                    <a:pt x="381000" y="327406"/>
                    <a:pt x="381381" y="324231"/>
                    <a:pt x="381381" y="320802"/>
                  </a:cubicBezTo>
                  <a:lnTo>
                    <a:pt x="381381" y="59944"/>
                  </a:lnTo>
                  <a:cubicBezTo>
                    <a:pt x="381381" y="56642"/>
                    <a:pt x="381000" y="53340"/>
                    <a:pt x="380365" y="50038"/>
                  </a:cubicBezTo>
                  <a:lnTo>
                    <a:pt x="385064" y="49149"/>
                  </a:lnTo>
                  <a:lnTo>
                    <a:pt x="380365" y="50038"/>
                  </a:lnTo>
                  <a:cubicBezTo>
                    <a:pt x="379730" y="46736"/>
                    <a:pt x="378714" y="43688"/>
                    <a:pt x="377444" y="40513"/>
                  </a:cubicBezTo>
                  <a:lnTo>
                    <a:pt x="381889" y="38735"/>
                  </a:lnTo>
                  <a:lnTo>
                    <a:pt x="377444" y="40513"/>
                  </a:lnTo>
                  <a:cubicBezTo>
                    <a:pt x="376174" y="37465"/>
                    <a:pt x="374650" y="34544"/>
                    <a:pt x="372745" y="31750"/>
                  </a:cubicBezTo>
                  <a:lnTo>
                    <a:pt x="376682" y="29083"/>
                  </a:lnTo>
                  <a:lnTo>
                    <a:pt x="372745" y="31750"/>
                  </a:lnTo>
                  <a:cubicBezTo>
                    <a:pt x="370840" y="28956"/>
                    <a:pt x="368808" y="26416"/>
                    <a:pt x="366522" y="24130"/>
                  </a:cubicBezTo>
                  <a:lnTo>
                    <a:pt x="369951" y="20701"/>
                  </a:lnTo>
                  <a:lnTo>
                    <a:pt x="366522" y="24130"/>
                  </a:lnTo>
                  <a:cubicBezTo>
                    <a:pt x="364236" y="21844"/>
                    <a:pt x="361569" y="19685"/>
                    <a:pt x="358902" y="17907"/>
                  </a:cubicBezTo>
                  <a:cubicBezTo>
                    <a:pt x="356108" y="16002"/>
                    <a:pt x="353187" y="14478"/>
                    <a:pt x="350139" y="13208"/>
                  </a:cubicBezTo>
                  <a:lnTo>
                    <a:pt x="351917" y="8763"/>
                  </a:lnTo>
                  <a:lnTo>
                    <a:pt x="350139" y="13208"/>
                  </a:lnTo>
                  <a:cubicBezTo>
                    <a:pt x="347091" y="11938"/>
                    <a:pt x="343916" y="10922"/>
                    <a:pt x="340614" y="10287"/>
                  </a:cubicBezTo>
                  <a:cubicBezTo>
                    <a:pt x="337312" y="9652"/>
                    <a:pt x="334137" y="9271"/>
                    <a:pt x="330835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cubicBezTo>
                    <a:pt x="47117" y="10922"/>
                    <a:pt x="43942" y="11938"/>
                    <a:pt x="40767" y="13208"/>
                  </a:cubicBezTo>
                  <a:lnTo>
                    <a:pt x="38989" y="8763"/>
                  </a:lnTo>
                  <a:lnTo>
                    <a:pt x="40767" y="13208"/>
                  </a:ln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812"/>
                    <a:pt x="26670" y="21844"/>
                    <a:pt x="24384" y="24130"/>
                  </a:cubicBezTo>
                  <a:lnTo>
                    <a:pt x="20955" y="20701"/>
                  </a:lnTo>
                  <a:lnTo>
                    <a:pt x="24384" y="24130"/>
                  </a:lnTo>
                  <a:cubicBezTo>
                    <a:pt x="22098" y="26416"/>
                    <a:pt x="19939" y="29083"/>
                    <a:pt x="18161" y="31750"/>
                  </a:cubicBezTo>
                  <a:lnTo>
                    <a:pt x="14224" y="29083"/>
                  </a:lnTo>
                  <a:lnTo>
                    <a:pt x="18161" y="31750"/>
                  </a:ln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lnTo>
                    <a:pt x="5842" y="49149"/>
                  </a:lnTo>
                  <a:lnTo>
                    <a:pt x="10541" y="50038"/>
                  </a:lnTo>
                  <a:cubicBezTo>
                    <a:pt x="9906" y="53340"/>
                    <a:pt x="9525" y="56515"/>
                    <a:pt x="9525" y="59944"/>
                  </a:cubicBezTo>
                  <a:lnTo>
                    <a:pt x="9525" y="320929"/>
                  </a:lnTo>
                  <a:close/>
                </a:path>
              </a:pathLst>
            </a:custGeom>
            <a:solidFill>
              <a:srgbClr val="DFAB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73172" y="279776"/>
              <a:ext cx="48011" cy="58552"/>
            </a:xfrm>
            <a:custGeom>
              <a:avLst/>
              <a:gdLst/>
              <a:ahLst/>
              <a:cxnLst/>
              <a:rect l="l" t="t" r="r" b="b"/>
              <a:pathLst>
                <a:path w="48011" h="58552" extrusionOk="0">
                  <a:moveTo>
                    <a:pt x="48011" y="5593"/>
                  </a:moveTo>
                  <a:cubicBezTo>
                    <a:pt x="47884" y="24770"/>
                    <a:pt x="47376" y="30866"/>
                    <a:pt x="46614" y="34168"/>
                  </a:cubicBezTo>
                  <a:cubicBezTo>
                    <a:pt x="46614" y="34422"/>
                    <a:pt x="46487" y="34676"/>
                    <a:pt x="46360" y="34930"/>
                  </a:cubicBezTo>
                  <a:cubicBezTo>
                    <a:pt x="44963" y="38613"/>
                    <a:pt x="43312" y="41915"/>
                    <a:pt x="41153" y="45090"/>
                  </a:cubicBezTo>
                  <a:cubicBezTo>
                    <a:pt x="41026" y="45344"/>
                    <a:pt x="40899" y="45471"/>
                    <a:pt x="40645" y="45725"/>
                  </a:cubicBezTo>
                  <a:cubicBezTo>
                    <a:pt x="37724" y="48900"/>
                    <a:pt x="34295" y="51948"/>
                    <a:pt x="30231" y="54488"/>
                  </a:cubicBezTo>
                  <a:cubicBezTo>
                    <a:pt x="29977" y="54615"/>
                    <a:pt x="29723" y="54742"/>
                    <a:pt x="29469" y="54869"/>
                  </a:cubicBezTo>
                  <a:cubicBezTo>
                    <a:pt x="26167" y="56393"/>
                    <a:pt x="22103" y="57663"/>
                    <a:pt x="18420" y="58298"/>
                  </a:cubicBezTo>
                  <a:cubicBezTo>
                    <a:pt x="18166" y="58298"/>
                    <a:pt x="17785" y="58425"/>
                    <a:pt x="17531" y="58425"/>
                  </a:cubicBezTo>
                  <a:lnTo>
                    <a:pt x="5847" y="58552"/>
                  </a:lnTo>
                  <a:cubicBezTo>
                    <a:pt x="2672" y="58552"/>
                    <a:pt x="132" y="56139"/>
                    <a:pt x="5" y="52964"/>
                  </a:cubicBezTo>
                  <a:cubicBezTo>
                    <a:pt x="-122" y="49789"/>
                    <a:pt x="2418" y="47249"/>
                    <a:pt x="5593" y="47122"/>
                  </a:cubicBezTo>
                  <a:lnTo>
                    <a:pt x="17277" y="46995"/>
                  </a:lnTo>
                  <a:lnTo>
                    <a:pt x="17404" y="52710"/>
                  </a:lnTo>
                  <a:lnTo>
                    <a:pt x="16388" y="47122"/>
                  </a:lnTo>
                  <a:cubicBezTo>
                    <a:pt x="19055" y="46614"/>
                    <a:pt x="22230" y="45725"/>
                    <a:pt x="24643" y="44582"/>
                  </a:cubicBezTo>
                  <a:lnTo>
                    <a:pt x="26929" y="49789"/>
                  </a:lnTo>
                  <a:lnTo>
                    <a:pt x="23881" y="44963"/>
                  </a:lnTo>
                  <a:cubicBezTo>
                    <a:pt x="27056" y="42931"/>
                    <a:pt x="29723" y="40772"/>
                    <a:pt x="31882" y="38232"/>
                  </a:cubicBezTo>
                  <a:lnTo>
                    <a:pt x="36073" y="42042"/>
                  </a:lnTo>
                  <a:lnTo>
                    <a:pt x="31374" y="38867"/>
                  </a:lnTo>
                  <a:cubicBezTo>
                    <a:pt x="33025" y="36454"/>
                    <a:pt x="34295" y="33914"/>
                    <a:pt x="35311" y="30993"/>
                  </a:cubicBezTo>
                  <a:lnTo>
                    <a:pt x="40645" y="33025"/>
                  </a:lnTo>
                  <a:lnTo>
                    <a:pt x="35057" y="31882"/>
                  </a:lnTo>
                  <a:cubicBezTo>
                    <a:pt x="35438" y="29850"/>
                    <a:pt x="35946" y="25151"/>
                    <a:pt x="36200" y="5593"/>
                  </a:cubicBezTo>
                  <a:cubicBezTo>
                    <a:pt x="36200" y="2418"/>
                    <a:pt x="38740" y="-122"/>
                    <a:pt x="41915" y="5"/>
                  </a:cubicBezTo>
                  <a:cubicBezTo>
                    <a:pt x="45090" y="132"/>
                    <a:pt x="47630" y="2545"/>
                    <a:pt x="47503" y="572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119888" y="287655"/>
              <a:ext cx="42672" cy="50800"/>
            </a:xfrm>
            <a:custGeom>
              <a:avLst/>
              <a:gdLst/>
              <a:ahLst/>
              <a:cxnLst/>
              <a:rect l="l" t="t" r="r" b="b"/>
              <a:pathLst>
                <a:path w="42672" h="50800" extrusionOk="0">
                  <a:moveTo>
                    <a:pt x="36830" y="50800"/>
                  </a:moveTo>
                  <a:cubicBezTo>
                    <a:pt x="32258" y="50800"/>
                    <a:pt x="28067" y="50419"/>
                    <a:pt x="24130" y="49657"/>
                  </a:cubicBezTo>
                  <a:cubicBezTo>
                    <a:pt x="23876" y="49657"/>
                    <a:pt x="23622" y="49530"/>
                    <a:pt x="23495" y="49403"/>
                  </a:cubicBezTo>
                  <a:cubicBezTo>
                    <a:pt x="20193" y="48260"/>
                    <a:pt x="16891" y="46609"/>
                    <a:pt x="13589" y="44577"/>
                  </a:cubicBezTo>
                  <a:cubicBezTo>
                    <a:pt x="13462" y="44450"/>
                    <a:pt x="13208" y="44323"/>
                    <a:pt x="13081" y="44196"/>
                  </a:cubicBezTo>
                  <a:cubicBezTo>
                    <a:pt x="10541" y="42164"/>
                    <a:pt x="7620" y="38989"/>
                    <a:pt x="5207" y="35560"/>
                  </a:cubicBezTo>
                  <a:cubicBezTo>
                    <a:pt x="5080" y="35433"/>
                    <a:pt x="4953" y="35179"/>
                    <a:pt x="4826" y="35052"/>
                  </a:cubicBezTo>
                  <a:cubicBezTo>
                    <a:pt x="3048" y="31877"/>
                    <a:pt x="1524" y="27940"/>
                    <a:pt x="762" y="24638"/>
                  </a:cubicBezTo>
                  <a:cubicBezTo>
                    <a:pt x="635" y="24384"/>
                    <a:pt x="635" y="24130"/>
                    <a:pt x="635" y="23876"/>
                  </a:cubicBezTo>
                  <a:cubicBezTo>
                    <a:pt x="254" y="20066"/>
                    <a:pt x="0" y="1397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ubicBezTo>
                    <a:pt x="11430" y="13843"/>
                    <a:pt x="11684" y="19431"/>
                    <a:pt x="11938" y="22606"/>
                  </a:cubicBezTo>
                  <a:lnTo>
                    <a:pt x="6223" y="23241"/>
                  </a:lnTo>
                  <a:lnTo>
                    <a:pt x="11684" y="21844"/>
                  </a:lnTo>
                  <a:cubicBezTo>
                    <a:pt x="12319" y="24257"/>
                    <a:pt x="13462" y="27178"/>
                    <a:pt x="14732" y="29464"/>
                  </a:cubicBezTo>
                  <a:lnTo>
                    <a:pt x="9779" y="32258"/>
                  </a:lnTo>
                  <a:lnTo>
                    <a:pt x="14478" y="28956"/>
                  </a:lnTo>
                  <a:cubicBezTo>
                    <a:pt x="16383" y="31623"/>
                    <a:pt x="18542" y="33909"/>
                    <a:pt x="20320" y="35306"/>
                  </a:cubicBezTo>
                  <a:lnTo>
                    <a:pt x="16764" y="39751"/>
                  </a:lnTo>
                  <a:lnTo>
                    <a:pt x="19812" y="34925"/>
                  </a:lnTo>
                  <a:cubicBezTo>
                    <a:pt x="22352" y="36576"/>
                    <a:pt x="24892" y="37719"/>
                    <a:pt x="27432" y="38608"/>
                  </a:cubicBezTo>
                  <a:lnTo>
                    <a:pt x="25527" y="43942"/>
                  </a:lnTo>
                  <a:lnTo>
                    <a:pt x="26670" y="38354"/>
                  </a:lnTo>
                  <a:cubicBezTo>
                    <a:pt x="29591" y="38989"/>
                    <a:pt x="32893" y="39243"/>
                    <a:pt x="36957" y="39243"/>
                  </a:cubicBezTo>
                  <a:cubicBezTo>
                    <a:pt x="40132" y="39243"/>
                    <a:pt x="42672" y="41783"/>
                    <a:pt x="42672" y="44958"/>
                  </a:cubicBezTo>
                  <a:cubicBezTo>
                    <a:pt x="42672" y="48133"/>
                    <a:pt x="40132" y="50673"/>
                    <a:pt x="36957" y="50673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119629" y="162433"/>
              <a:ext cx="54488" cy="38486"/>
            </a:xfrm>
            <a:custGeom>
              <a:avLst/>
              <a:gdLst/>
              <a:ahLst/>
              <a:cxnLst/>
              <a:rect l="l" t="t" r="r" b="b"/>
              <a:pathLst>
                <a:path w="54488" h="38486" extrusionOk="0">
                  <a:moveTo>
                    <a:pt x="132" y="32639"/>
                  </a:moveTo>
                  <a:cubicBezTo>
                    <a:pt x="259" y="28575"/>
                    <a:pt x="894" y="25527"/>
                    <a:pt x="2037" y="21463"/>
                  </a:cubicBezTo>
                  <a:cubicBezTo>
                    <a:pt x="2164" y="21209"/>
                    <a:pt x="2164" y="20955"/>
                    <a:pt x="2291" y="20701"/>
                  </a:cubicBezTo>
                  <a:cubicBezTo>
                    <a:pt x="3942" y="17145"/>
                    <a:pt x="6101" y="13843"/>
                    <a:pt x="8768" y="10668"/>
                  </a:cubicBezTo>
                  <a:cubicBezTo>
                    <a:pt x="8895" y="10541"/>
                    <a:pt x="9022" y="10287"/>
                    <a:pt x="9276" y="10160"/>
                  </a:cubicBezTo>
                  <a:cubicBezTo>
                    <a:pt x="11816" y="7747"/>
                    <a:pt x="14991" y="5461"/>
                    <a:pt x="19817" y="2794"/>
                  </a:cubicBezTo>
                  <a:cubicBezTo>
                    <a:pt x="20071" y="2667"/>
                    <a:pt x="20325" y="2540"/>
                    <a:pt x="20579" y="2413"/>
                  </a:cubicBezTo>
                  <a:cubicBezTo>
                    <a:pt x="24008" y="1143"/>
                    <a:pt x="27945" y="254"/>
                    <a:pt x="32517" y="0"/>
                  </a:cubicBezTo>
                  <a:cubicBezTo>
                    <a:pt x="32644" y="0"/>
                    <a:pt x="32771" y="0"/>
                    <a:pt x="32898" y="0"/>
                  </a:cubicBezTo>
                  <a:lnTo>
                    <a:pt x="48773" y="0"/>
                  </a:lnTo>
                  <a:cubicBezTo>
                    <a:pt x="51948" y="0"/>
                    <a:pt x="54488" y="2540"/>
                    <a:pt x="54488" y="5715"/>
                  </a:cubicBezTo>
                  <a:cubicBezTo>
                    <a:pt x="54488" y="8890"/>
                    <a:pt x="51948" y="11430"/>
                    <a:pt x="48773" y="11430"/>
                  </a:cubicBezTo>
                  <a:lnTo>
                    <a:pt x="32898" y="11430"/>
                  </a:lnTo>
                  <a:lnTo>
                    <a:pt x="32898" y="5715"/>
                  </a:lnTo>
                  <a:lnTo>
                    <a:pt x="33279" y="11430"/>
                  </a:lnTo>
                  <a:cubicBezTo>
                    <a:pt x="29723" y="11684"/>
                    <a:pt x="26802" y="12319"/>
                    <a:pt x="24389" y="13208"/>
                  </a:cubicBezTo>
                  <a:lnTo>
                    <a:pt x="22484" y="7874"/>
                  </a:lnTo>
                  <a:lnTo>
                    <a:pt x="25151" y="12827"/>
                  </a:lnTo>
                  <a:cubicBezTo>
                    <a:pt x="20960" y="15113"/>
                    <a:pt x="18674" y="16891"/>
                    <a:pt x="17023" y="18415"/>
                  </a:cubicBezTo>
                  <a:lnTo>
                    <a:pt x="13086" y="14224"/>
                  </a:lnTo>
                  <a:lnTo>
                    <a:pt x="17404" y="17907"/>
                  </a:lnTo>
                  <a:cubicBezTo>
                    <a:pt x="15372" y="20320"/>
                    <a:pt x="13848" y="22733"/>
                    <a:pt x="12578" y="25400"/>
                  </a:cubicBezTo>
                  <a:lnTo>
                    <a:pt x="7371" y="22987"/>
                  </a:lnTo>
                  <a:lnTo>
                    <a:pt x="12832" y="24638"/>
                  </a:lnTo>
                  <a:cubicBezTo>
                    <a:pt x="11816" y="27813"/>
                    <a:pt x="11562" y="29972"/>
                    <a:pt x="11435" y="33020"/>
                  </a:cubicBezTo>
                  <a:cubicBezTo>
                    <a:pt x="11308" y="36068"/>
                    <a:pt x="8641" y="38608"/>
                    <a:pt x="5466" y="38481"/>
                  </a:cubicBezTo>
                  <a:cubicBezTo>
                    <a:pt x="2291" y="38354"/>
                    <a:pt x="-122" y="35687"/>
                    <a:pt x="5" y="32512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79908" y="162306"/>
              <a:ext cx="41021" cy="60706"/>
            </a:xfrm>
            <a:custGeom>
              <a:avLst/>
              <a:gdLst/>
              <a:ahLst/>
              <a:cxnLst/>
              <a:rect l="l" t="t" r="r" b="b"/>
              <a:pathLst>
                <a:path w="41021" h="60706" extrusionOk="0">
                  <a:moveTo>
                    <a:pt x="6223" y="127"/>
                  </a:moveTo>
                  <a:cubicBezTo>
                    <a:pt x="10922" y="254"/>
                    <a:pt x="14224" y="635"/>
                    <a:pt x="19050" y="2032"/>
                  </a:cubicBezTo>
                  <a:cubicBezTo>
                    <a:pt x="19304" y="2159"/>
                    <a:pt x="19558" y="2159"/>
                    <a:pt x="19812" y="2286"/>
                  </a:cubicBezTo>
                  <a:cubicBezTo>
                    <a:pt x="23368" y="3810"/>
                    <a:pt x="28194" y="6985"/>
                    <a:pt x="31369" y="9779"/>
                  </a:cubicBezTo>
                  <a:cubicBezTo>
                    <a:pt x="31623" y="9906"/>
                    <a:pt x="31750" y="10160"/>
                    <a:pt x="31877" y="10287"/>
                  </a:cubicBezTo>
                  <a:cubicBezTo>
                    <a:pt x="34671" y="13462"/>
                    <a:pt x="36957" y="16891"/>
                    <a:pt x="39116" y="21844"/>
                  </a:cubicBezTo>
                  <a:cubicBezTo>
                    <a:pt x="39243" y="22098"/>
                    <a:pt x="39370" y="22479"/>
                    <a:pt x="39370" y="22733"/>
                  </a:cubicBezTo>
                  <a:cubicBezTo>
                    <a:pt x="40259" y="26162"/>
                    <a:pt x="40767" y="29464"/>
                    <a:pt x="40894" y="34163"/>
                  </a:cubicBezTo>
                  <a:cubicBezTo>
                    <a:pt x="40894" y="34290"/>
                    <a:pt x="40894" y="34290"/>
                    <a:pt x="40894" y="34417"/>
                  </a:cubicBezTo>
                  <a:lnTo>
                    <a:pt x="41021" y="54991"/>
                  </a:lnTo>
                  <a:cubicBezTo>
                    <a:pt x="41021" y="58166"/>
                    <a:pt x="38481" y="60706"/>
                    <a:pt x="35306" y="60706"/>
                  </a:cubicBezTo>
                  <a:cubicBezTo>
                    <a:pt x="32131" y="60706"/>
                    <a:pt x="29591" y="58166"/>
                    <a:pt x="29591" y="54991"/>
                  </a:cubicBezTo>
                  <a:lnTo>
                    <a:pt x="29464" y="34417"/>
                  </a:lnTo>
                  <a:lnTo>
                    <a:pt x="35179" y="34417"/>
                  </a:lnTo>
                  <a:lnTo>
                    <a:pt x="29464" y="34671"/>
                  </a:lnTo>
                  <a:cubicBezTo>
                    <a:pt x="29337" y="30607"/>
                    <a:pt x="28956" y="28067"/>
                    <a:pt x="28321" y="25654"/>
                  </a:cubicBezTo>
                  <a:lnTo>
                    <a:pt x="33782" y="24130"/>
                  </a:lnTo>
                  <a:lnTo>
                    <a:pt x="28575" y="26416"/>
                  </a:lnTo>
                  <a:cubicBezTo>
                    <a:pt x="26797" y="22479"/>
                    <a:pt x="25146" y="20066"/>
                    <a:pt x="23114" y="17653"/>
                  </a:cubicBezTo>
                  <a:lnTo>
                    <a:pt x="27432" y="13970"/>
                  </a:lnTo>
                  <a:lnTo>
                    <a:pt x="23622" y="18288"/>
                  </a:lnTo>
                  <a:cubicBezTo>
                    <a:pt x="21209" y="16129"/>
                    <a:pt x="17272" y="13716"/>
                    <a:pt x="14986" y="12700"/>
                  </a:cubicBezTo>
                  <a:lnTo>
                    <a:pt x="17272" y="7493"/>
                  </a:lnTo>
                  <a:lnTo>
                    <a:pt x="15748" y="12954"/>
                  </a:lnTo>
                  <a:cubicBezTo>
                    <a:pt x="11938" y="11938"/>
                    <a:pt x="9398" y="11557"/>
                    <a:pt x="5588" y="11430"/>
                  </a:cubicBezTo>
                  <a:cubicBezTo>
                    <a:pt x="2413" y="11303"/>
                    <a:pt x="0" y="8763"/>
                    <a:pt x="0" y="5588"/>
                  </a:cubicBezTo>
                  <a:cubicBezTo>
                    <a:pt x="0" y="2413"/>
                    <a:pt x="2667" y="0"/>
                    <a:pt x="5842" y="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09736" y="185276"/>
              <a:ext cx="78520" cy="37753"/>
            </a:xfrm>
            <a:custGeom>
              <a:avLst/>
              <a:gdLst/>
              <a:ahLst/>
              <a:cxnLst/>
              <a:rect l="l" t="t" r="r" b="b"/>
              <a:pathLst>
                <a:path w="78520" h="37753" extrusionOk="0">
                  <a:moveTo>
                    <a:pt x="74947" y="10939"/>
                  </a:moveTo>
                  <a:lnTo>
                    <a:pt x="7764" y="37355"/>
                  </a:lnTo>
                  <a:cubicBezTo>
                    <a:pt x="4843" y="38498"/>
                    <a:pt x="1541" y="37101"/>
                    <a:pt x="398" y="34180"/>
                  </a:cubicBezTo>
                  <a:cubicBezTo>
                    <a:pt x="-745" y="31259"/>
                    <a:pt x="652" y="27957"/>
                    <a:pt x="3573" y="26814"/>
                  </a:cubicBezTo>
                  <a:lnTo>
                    <a:pt x="70756" y="398"/>
                  </a:lnTo>
                  <a:cubicBezTo>
                    <a:pt x="73677" y="-745"/>
                    <a:pt x="76979" y="652"/>
                    <a:pt x="78122" y="3573"/>
                  </a:cubicBezTo>
                  <a:cubicBezTo>
                    <a:pt x="79265" y="6494"/>
                    <a:pt x="77868" y="9796"/>
                    <a:pt x="74947" y="10939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76809" y="185166"/>
              <a:ext cx="11430" cy="131953"/>
            </a:xfrm>
            <a:custGeom>
              <a:avLst/>
              <a:gdLst/>
              <a:ahLst/>
              <a:cxnLst/>
              <a:rect l="l" t="t" r="r" b="b"/>
              <a:pathLst>
                <a:path w="11430" h="131953" extrusionOk="0">
                  <a:moveTo>
                    <a:pt x="11430" y="5715"/>
                  </a:moveTo>
                  <a:lnTo>
                    <a:pt x="11430" y="126238"/>
                  </a:lnTo>
                  <a:cubicBezTo>
                    <a:pt x="11430" y="129413"/>
                    <a:pt x="8890" y="131953"/>
                    <a:pt x="5715" y="131953"/>
                  </a:cubicBezTo>
                  <a:cubicBezTo>
                    <a:pt x="2540" y="131953"/>
                    <a:pt x="0" y="129413"/>
                    <a:pt x="0" y="126238"/>
                  </a:cubicBez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09753" y="279527"/>
              <a:ext cx="78486" cy="37592"/>
            </a:xfrm>
            <a:custGeom>
              <a:avLst/>
              <a:gdLst/>
              <a:ahLst/>
              <a:cxnLst/>
              <a:rect l="l" t="t" r="r" b="b"/>
              <a:pathLst>
                <a:path w="78486" h="37592" extrusionOk="0">
                  <a:moveTo>
                    <a:pt x="70739" y="37211"/>
                  </a:moveTo>
                  <a:lnTo>
                    <a:pt x="3683" y="11049"/>
                  </a:lnTo>
                  <a:cubicBezTo>
                    <a:pt x="762" y="9906"/>
                    <a:pt x="-762" y="6604"/>
                    <a:pt x="381" y="3683"/>
                  </a:cubicBezTo>
                  <a:cubicBezTo>
                    <a:pt x="1524" y="762"/>
                    <a:pt x="4826" y="-762"/>
                    <a:pt x="7747" y="381"/>
                  </a:cubicBezTo>
                  <a:lnTo>
                    <a:pt x="74803" y="26543"/>
                  </a:lnTo>
                  <a:cubicBezTo>
                    <a:pt x="77724" y="27686"/>
                    <a:pt x="79248" y="30988"/>
                    <a:pt x="78105" y="33909"/>
                  </a:cubicBezTo>
                  <a:cubicBezTo>
                    <a:pt x="76962" y="36830"/>
                    <a:pt x="73660" y="38354"/>
                    <a:pt x="70739" y="37211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51003" y="326898"/>
              <a:ext cx="133985" cy="11430"/>
            </a:xfrm>
            <a:custGeom>
              <a:avLst/>
              <a:gdLst/>
              <a:ahLst/>
              <a:cxnLst/>
              <a:rect l="l" t="t" r="r" b="b"/>
              <a:pathLst>
                <a:path w="133985" h="11430" extrusionOk="0">
                  <a:moveTo>
                    <a:pt x="128270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128270" y="0"/>
                  </a:lnTo>
                  <a:cubicBezTo>
                    <a:pt x="131445" y="0"/>
                    <a:pt x="133985" y="2540"/>
                    <a:pt x="133985" y="5715"/>
                  </a:cubicBezTo>
                  <a:cubicBezTo>
                    <a:pt x="133985" y="8890"/>
                    <a:pt x="131445" y="11430"/>
                    <a:pt x="128270" y="1143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19761" y="189611"/>
              <a:ext cx="11430" cy="109474"/>
            </a:xfrm>
            <a:custGeom>
              <a:avLst/>
              <a:gdLst/>
              <a:ahLst/>
              <a:cxnLst/>
              <a:rect l="l" t="t" r="r" b="b"/>
              <a:pathLst>
                <a:path w="11430" h="109474" extrusionOk="0">
                  <a:moveTo>
                    <a:pt x="0" y="103759"/>
                  </a:move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lnTo>
                    <a:pt x="11430" y="103759"/>
                  </a:lnTo>
                  <a:cubicBezTo>
                    <a:pt x="11430" y="106934"/>
                    <a:pt x="8890" y="109474"/>
                    <a:pt x="5715" y="109474"/>
                  </a:cubicBezTo>
                  <a:cubicBezTo>
                    <a:pt x="2540" y="109474"/>
                    <a:pt x="0" y="106934"/>
                    <a:pt x="0" y="103759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162687" y="162433"/>
              <a:ext cx="129032" cy="11430"/>
            </a:xfrm>
            <a:custGeom>
              <a:avLst/>
              <a:gdLst/>
              <a:ahLst/>
              <a:cxnLst/>
              <a:rect l="l" t="t" r="r" b="b"/>
              <a:pathLst>
                <a:path w="129032" h="11430" extrusionOk="0">
                  <a:moveTo>
                    <a:pt x="5715" y="0"/>
                  </a:moveTo>
                  <a:lnTo>
                    <a:pt x="123317" y="0"/>
                  </a:lnTo>
                  <a:cubicBezTo>
                    <a:pt x="126492" y="0"/>
                    <a:pt x="129032" y="2540"/>
                    <a:pt x="129032" y="5715"/>
                  </a:cubicBezTo>
                  <a:cubicBezTo>
                    <a:pt x="129032" y="8890"/>
                    <a:pt x="126492" y="11430"/>
                    <a:pt x="123317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2C2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3"/>
          <p:cNvSpPr/>
          <p:nvPr/>
        </p:nvSpPr>
        <p:spPr>
          <a:xfrm>
            <a:off x="9580245" y="7227722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Google Shape;191;p3"/>
          <p:cNvSpPr txBox="1"/>
          <p:nvPr/>
        </p:nvSpPr>
        <p:spPr>
          <a:xfrm>
            <a:off x="600075" y="2107082"/>
            <a:ext cx="5992663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3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Why This Matters: The Project is 25% of Your Grade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>
            <a:off x="1577178" y="3407474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600075" y="3407474"/>
            <a:ext cx="56724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Your course project represents a significant component of your overall  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grade as graduate students. Understanding the breakdown is crucial for strategic planning: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2C29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00075" y="3902250"/>
            <a:ext cx="5982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157288" y="4447565"/>
            <a:ext cx="268526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Final Project Report: 40%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157288" y="5864134"/>
            <a:ext cx="22692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Midterm Report: 20%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157288" y="6638315"/>
            <a:ext cx="233463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Piazza Responses: 5%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1157288" y="5165060"/>
            <a:ext cx="26853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Final Project Video: 35%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/>
          <p:nvPr/>
        </p:nvSpPr>
        <p:spPr>
          <a:xfrm>
            <a:off x="0" y="1301906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5240000" h="8585200" extrusionOk="0">
                <a:moveTo>
                  <a:pt x="0" y="0"/>
                </a:moveTo>
                <a:lnTo>
                  <a:pt x="15240000" y="0"/>
                </a:lnTo>
                <a:lnTo>
                  <a:pt x="15240000" y="8585200"/>
                </a:lnTo>
                <a:lnTo>
                  <a:pt x="0" y="858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" b="-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Google Shape;204;p4"/>
          <p:cNvSpPr/>
          <p:nvPr/>
        </p:nvSpPr>
        <p:spPr>
          <a:xfrm>
            <a:off x="0" y="1301906"/>
            <a:ext cx="11430000" cy="6438614"/>
          </a:xfrm>
          <a:custGeom>
            <a:avLst/>
            <a:gdLst/>
            <a:ahLst/>
            <a:cxnLst/>
            <a:rect l="l" t="t" r="r" b="b"/>
            <a:pathLst>
              <a:path w="15240000" h="8584819" extrusionOk="0">
                <a:moveTo>
                  <a:pt x="0" y="0"/>
                </a:moveTo>
                <a:lnTo>
                  <a:pt x="15240000" y="0"/>
                </a:lnTo>
                <a:lnTo>
                  <a:pt x="15240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Google Shape;205;p4"/>
          <p:cNvSpPr/>
          <p:nvPr/>
        </p:nvSpPr>
        <p:spPr>
          <a:xfrm>
            <a:off x="-63500" y="-124444"/>
            <a:ext cx="11556997" cy="9175841"/>
          </a:xfrm>
          <a:custGeom>
            <a:avLst/>
            <a:gdLst/>
            <a:ahLst/>
            <a:cxnLst/>
            <a:rect l="l" t="t" r="r" b="b"/>
            <a:pathLst>
              <a:path w="11556997" h="6565897" extrusionOk="0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Google Shape;206;p4"/>
          <p:cNvSpPr/>
          <p:nvPr/>
        </p:nvSpPr>
        <p:spPr>
          <a:xfrm>
            <a:off x="9580245" y="7227722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Google Shape;207;p4"/>
          <p:cNvSpPr txBox="1"/>
          <p:nvPr/>
        </p:nvSpPr>
        <p:spPr>
          <a:xfrm>
            <a:off x="702925" y="2431148"/>
            <a:ext cx="5598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600075" y="2765272"/>
            <a:ext cx="46869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Laying the Foundation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2422655" y="3797998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600075" y="5617273"/>
            <a:ext cx="2779805" cy="79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Choose a problem that genuinely excites you and aligns with your interests.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4081463" y="5617273"/>
            <a:ext cx="3347399" cy="520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Assemble a dedicated and collaborative group committed to shared success.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600075" y="3592098"/>
            <a:ext cx="97662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The choices you make in the initial weeks will profoundly influence the next three months of your project. Before you even 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write a single line of code, establish a robust foundation built upon three critical pillars: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2C29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600075" y="4074224"/>
            <a:ext cx="6774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7562850" y="5617273"/>
            <a:ext cx="3035437" cy="79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Seek guidance from an experienced individual who can provide valuable insights.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600075" y="5238140"/>
            <a:ext cx="55874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Topic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4081463" y="5238140"/>
            <a:ext cx="56288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Team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7562850" y="5238140"/>
            <a:ext cx="77187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Mentor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0" y="761487"/>
            <a:ext cx="11430000" cy="7516368"/>
          </a:xfrm>
          <a:custGeom>
            <a:avLst/>
            <a:gdLst/>
            <a:ahLst/>
            <a:cxnLst/>
            <a:rect l="l" t="t" r="r" b="b"/>
            <a:pathLst>
              <a:path w="15240000" h="10021824" extrusionOk="0">
                <a:moveTo>
                  <a:pt x="0" y="0"/>
                </a:moveTo>
                <a:lnTo>
                  <a:pt x="15240000" y="0"/>
                </a:lnTo>
                <a:lnTo>
                  <a:pt x="15240000" y="10021824"/>
                </a:lnTo>
                <a:lnTo>
                  <a:pt x="0" y="10021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60" b="-6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Google Shape;223;p5"/>
          <p:cNvSpPr/>
          <p:nvPr/>
        </p:nvSpPr>
        <p:spPr>
          <a:xfrm>
            <a:off x="0" y="761487"/>
            <a:ext cx="11430000" cy="7516368"/>
          </a:xfrm>
          <a:custGeom>
            <a:avLst/>
            <a:gdLst/>
            <a:ahLst/>
            <a:cxnLst/>
            <a:rect l="l" t="t" r="r" b="b"/>
            <a:pathLst>
              <a:path w="15240000" h="10021824" extrusionOk="0">
                <a:moveTo>
                  <a:pt x="0" y="0"/>
                </a:moveTo>
                <a:lnTo>
                  <a:pt x="15240000" y="0"/>
                </a:lnTo>
                <a:lnTo>
                  <a:pt x="15240000" y="10021824"/>
                </a:lnTo>
                <a:lnTo>
                  <a:pt x="0" y="10021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5"/>
          <p:cNvSpPr/>
          <p:nvPr/>
        </p:nvSpPr>
        <p:spPr>
          <a:xfrm>
            <a:off x="0" y="761489"/>
            <a:ext cx="11430000" cy="7516368"/>
          </a:xfrm>
          <a:custGeom>
            <a:avLst/>
            <a:gdLst/>
            <a:ahLst/>
            <a:cxnLst/>
            <a:rect l="l" t="t" r="r" b="b"/>
            <a:pathLst>
              <a:path w="47625000" h="31313436" extrusionOk="0">
                <a:moveTo>
                  <a:pt x="47625000" y="0"/>
                </a:moveTo>
                <a:lnTo>
                  <a:pt x="47625000" y="31313437"/>
                </a:lnTo>
                <a:lnTo>
                  <a:pt x="0" y="31313437"/>
                </a:lnTo>
                <a:lnTo>
                  <a:pt x="0" y="0"/>
                </a:lnTo>
                <a:lnTo>
                  <a:pt x="47625000" y="0"/>
                </a:lnTo>
                <a:close/>
              </a:path>
            </a:pathLst>
          </a:custGeom>
          <a:solidFill>
            <a:srgbClr val="FFFFFF">
              <a:alpha val="9451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5" name="Google Shape;225;p5"/>
          <p:cNvSpPr/>
          <p:nvPr/>
        </p:nvSpPr>
        <p:spPr>
          <a:xfrm>
            <a:off x="0" y="762058"/>
            <a:ext cx="4286250" cy="7515225"/>
          </a:xfrm>
          <a:custGeom>
            <a:avLst/>
            <a:gdLst/>
            <a:ahLst/>
            <a:cxnLst/>
            <a:rect l="l" t="t" r="r" b="b"/>
            <a:pathLst>
              <a:path w="5715000" h="10020300" extrusionOk="0">
                <a:moveTo>
                  <a:pt x="0" y="10020300"/>
                </a:moveTo>
                <a:lnTo>
                  <a:pt x="5715000" y="10020300"/>
                </a:lnTo>
                <a:lnTo>
                  <a:pt x="5715000" y="0"/>
                </a:lnTo>
                <a:lnTo>
                  <a:pt x="0" y="0"/>
                </a:lnTo>
                <a:lnTo>
                  <a:pt x="0" y="100203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6" t="-7" r="-26" b="-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Google Shape;226;p5"/>
          <p:cNvSpPr/>
          <p:nvPr/>
        </p:nvSpPr>
        <p:spPr>
          <a:xfrm>
            <a:off x="-1676" y="760274"/>
            <a:ext cx="2877312" cy="2926080"/>
          </a:xfrm>
          <a:custGeom>
            <a:avLst/>
            <a:gdLst/>
            <a:ahLst/>
            <a:cxnLst/>
            <a:rect l="l" t="t" r="r" b="b"/>
            <a:pathLst>
              <a:path w="11985625" h="12184062" extrusionOk="0">
                <a:moveTo>
                  <a:pt x="0" y="11906250"/>
                </a:moveTo>
                <a:lnTo>
                  <a:pt x="0" y="277812"/>
                </a:lnTo>
                <a:cubicBezTo>
                  <a:pt x="0" y="259562"/>
                  <a:pt x="2006" y="241516"/>
                  <a:pt x="6083" y="223622"/>
                </a:cubicBezTo>
                <a:cubicBezTo>
                  <a:pt x="10161" y="205689"/>
                  <a:pt x="16193" y="188328"/>
                  <a:pt x="24181" y="171501"/>
                </a:cubicBezTo>
                <a:cubicBezTo>
                  <a:pt x="32119" y="154622"/>
                  <a:pt x="41911" y="138646"/>
                  <a:pt x="53505" y="123457"/>
                </a:cubicBezTo>
                <a:cubicBezTo>
                  <a:pt x="65088" y="108267"/>
                  <a:pt x="78270" y="94297"/>
                  <a:pt x="92977" y="81381"/>
                </a:cubicBezTo>
                <a:cubicBezTo>
                  <a:pt x="107735" y="68478"/>
                  <a:pt x="123774" y="56934"/>
                  <a:pt x="141072" y="46837"/>
                </a:cubicBezTo>
                <a:cubicBezTo>
                  <a:pt x="158432" y="36678"/>
                  <a:pt x="176746" y="28156"/>
                  <a:pt x="195999" y="21171"/>
                </a:cubicBezTo>
                <a:cubicBezTo>
                  <a:pt x="215264" y="14135"/>
                  <a:pt x="235114" y="8890"/>
                  <a:pt x="255536" y="5347"/>
                </a:cubicBezTo>
                <a:cubicBezTo>
                  <a:pt x="276010" y="1803"/>
                  <a:pt x="296647" y="0"/>
                  <a:pt x="317500" y="0"/>
                </a:cubicBezTo>
                <a:lnTo>
                  <a:pt x="11775287" y="0"/>
                </a:lnTo>
                <a:cubicBezTo>
                  <a:pt x="11789091" y="0"/>
                  <a:pt x="11802796" y="1321"/>
                  <a:pt x="11816296" y="4026"/>
                </a:cubicBezTo>
                <a:cubicBezTo>
                  <a:pt x="11829833" y="6718"/>
                  <a:pt x="11843017" y="10744"/>
                  <a:pt x="11855766" y="16040"/>
                </a:cubicBezTo>
                <a:cubicBezTo>
                  <a:pt x="11868519" y="21272"/>
                  <a:pt x="11880633" y="27787"/>
                  <a:pt x="11892127" y="35458"/>
                </a:cubicBezTo>
                <a:cubicBezTo>
                  <a:pt x="11903608" y="43129"/>
                  <a:pt x="11914237" y="51854"/>
                  <a:pt x="11924029" y="61595"/>
                </a:cubicBezTo>
                <a:cubicBezTo>
                  <a:pt x="11933771" y="71387"/>
                  <a:pt x="11942496" y="82017"/>
                  <a:pt x="11950167" y="93510"/>
                </a:cubicBezTo>
                <a:cubicBezTo>
                  <a:pt x="11957850" y="104991"/>
                  <a:pt x="11964302" y="117056"/>
                  <a:pt x="11969598" y="129858"/>
                </a:cubicBezTo>
                <a:cubicBezTo>
                  <a:pt x="11974881" y="142608"/>
                  <a:pt x="11978906" y="155740"/>
                  <a:pt x="11981548" y="169329"/>
                </a:cubicBezTo>
                <a:cubicBezTo>
                  <a:pt x="11984304" y="182829"/>
                  <a:pt x="11985625" y="196533"/>
                  <a:pt x="11985625" y="210350"/>
                </a:cubicBezTo>
                <a:lnTo>
                  <a:pt x="11985625" y="11973725"/>
                </a:lnTo>
                <a:cubicBezTo>
                  <a:pt x="11985625" y="11987530"/>
                  <a:pt x="11984304" y="12001182"/>
                  <a:pt x="11981548" y="12014733"/>
                </a:cubicBezTo>
                <a:cubicBezTo>
                  <a:pt x="11978906" y="12028272"/>
                  <a:pt x="11974881" y="12041454"/>
                  <a:pt x="11969598" y="12054205"/>
                </a:cubicBezTo>
                <a:cubicBezTo>
                  <a:pt x="11964302" y="12066956"/>
                  <a:pt x="11957850" y="12079072"/>
                  <a:pt x="11950167" y="12090564"/>
                </a:cubicBezTo>
                <a:cubicBezTo>
                  <a:pt x="11942496" y="12102046"/>
                  <a:pt x="11933771" y="12112676"/>
                  <a:pt x="11924029" y="12122417"/>
                </a:cubicBezTo>
                <a:cubicBezTo>
                  <a:pt x="11914237" y="12132208"/>
                  <a:pt x="11903608" y="12140933"/>
                  <a:pt x="11892127" y="12148604"/>
                </a:cubicBezTo>
                <a:cubicBezTo>
                  <a:pt x="11880633" y="12156287"/>
                  <a:pt x="11868519" y="12162789"/>
                  <a:pt x="11855766" y="12168036"/>
                </a:cubicBezTo>
                <a:cubicBezTo>
                  <a:pt x="11843017" y="12173319"/>
                  <a:pt x="11829833" y="12177344"/>
                  <a:pt x="11816296" y="12179985"/>
                </a:cubicBezTo>
                <a:cubicBezTo>
                  <a:pt x="11802796" y="12182742"/>
                  <a:pt x="11789091" y="12184062"/>
                  <a:pt x="11775287" y="12184062"/>
                </a:cubicBezTo>
                <a:lnTo>
                  <a:pt x="317500" y="12184062"/>
                </a:lnTo>
                <a:cubicBezTo>
                  <a:pt x="296647" y="12184062"/>
                  <a:pt x="276010" y="12182260"/>
                  <a:pt x="255536" y="12178716"/>
                </a:cubicBezTo>
                <a:cubicBezTo>
                  <a:pt x="235114" y="12175173"/>
                  <a:pt x="215264" y="12169877"/>
                  <a:pt x="195999" y="12162892"/>
                </a:cubicBezTo>
                <a:cubicBezTo>
                  <a:pt x="176746" y="12155906"/>
                  <a:pt x="158432" y="12147398"/>
                  <a:pt x="141072" y="12137237"/>
                </a:cubicBezTo>
                <a:cubicBezTo>
                  <a:pt x="123774" y="12127128"/>
                  <a:pt x="107735" y="12115585"/>
                  <a:pt x="92977" y="12102681"/>
                </a:cubicBezTo>
                <a:cubicBezTo>
                  <a:pt x="78270" y="12089816"/>
                  <a:pt x="65088" y="12075744"/>
                  <a:pt x="53505" y="12060606"/>
                </a:cubicBezTo>
                <a:cubicBezTo>
                  <a:pt x="41911" y="12045417"/>
                  <a:pt x="32119" y="12029439"/>
                  <a:pt x="24181" y="12012561"/>
                </a:cubicBezTo>
                <a:cubicBezTo>
                  <a:pt x="16193" y="11995734"/>
                  <a:pt x="10161" y="11978323"/>
                  <a:pt x="6083" y="11960440"/>
                </a:cubicBezTo>
                <a:cubicBezTo>
                  <a:pt x="2006" y="11942547"/>
                  <a:pt x="0" y="11924449"/>
                  <a:pt x="0" y="11906250"/>
                </a:cubicBezTo>
                <a:close/>
              </a:path>
            </a:pathLst>
          </a:custGeom>
          <a:solidFill>
            <a:srgbClr val="FFFFFF">
              <a:alpha val="94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4886134" y="2028884"/>
            <a:ext cx="2886456" cy="76200"/>
          </a:xfrm>
          <a:custGeom>
            <a:avLst/>
            <a:gdLst/>
            <a:ahLst/>
            <a:cxnLst/>
            <a:rect l="l" t="t" r="r" b="b"/>
            <a:pathLst>
              <a:path w="3848608" h="101600" extrusionOk="0">
                <a:moveTo>
                  <a:pt x="0" y="0"/>
                </a:moveTo>
                <a:lnTo>
                  <a:pt x="3848608" y="0"/>
                </a:lnTo>
                <a:lnTo>
                  <a:pt x="3848608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8" name="Google Shape;228;p5"/>
          <p:cNvSpPr/>
          <p:nvPr/>
        </p:nvSpPr>
        <p:spPr>
          <a:xfrm>
            <a:off x="4886134" y="4895909"/>
            <a:ext cx="2886456" cy="76200"/>
          </a:xfrm>
          <a:custGeom>
            <a:avLst/>
            <a:gdLst/>
            <a:ahLst/>
            <a:cxnLst/>
            <a:rect l="l" t="t" r="r" b="b"/>
            <a:pathLst>
              <a:path w="3848608" h="101600" extrusionOk="0">
                <a:moveTo>
                  <a:pt x="0" y="0"/>
                </a:moveTo>
                <a:lnTo>
                  <a:pt x="3848608" y="0"/>
                </a:lnTo>
                <a:lnTo>
                  <a:pt x="3848608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9" name="Google Shape;229;p5"/>
          <p:cNvSpPr/>
          <p:nvPr/>
        </p:nvSpPr>
        <p:spPr>
          <a:xfrm>
            <a:off x="6300502" y="2028312"/>
            <a:ext cx="1472184" cy="2944368"/>
          </a:xfrm>
          <a:custGeom>
            <a:avLst/>
            <a:gdLst/>
            <a:ahLst/>
            <a:cxnLst/>
            <a:rect l="l" t="t" r="r" b="b"/>
            <a:pathLst>
              <a:path w="1962912" h="3925824" extrusionOk="0">
                <a:moveTo>
                  <a:pt x="0" y="0"/>
                </a:moveTo>
                <a:lnTo>
                  <a:pt x="1962912" y="0"/>
                </a:lnTo>
                <a:lnTo>
                  <a:pt x="1962912" y="3925824"/>
                </a:lnTo>
                <a:lnTo>
                  <a:pt x="0" y="3925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97292" r="16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0" name="Google Shape;230;p5"/>
          <p:cNvSpPr/>
          <p:nvPr/>
        </p:nvSpPr>
        <p:spPr>
          <a:xfrm>
            <a:off x="4867275" y="2028312"/>
            <a:ext cx="76200" cy="2944368"/>
          </a:xfrm>
          <a:custGeom>
            <a:avLst/>
            <a:gdLst/>
            <a:ahLst/>
            <a:cxnLst/>
            <a:rect l="l" t="t" r="r" b="b"/>
            <a:pathLst>
              <a:path w="76200" h="2944368" extrusionOk="0">
                <a:moveTo>
                  <a:pt x="0" y="0"/>
                </a:moveTo>
                <a:lnTo>
                  <a:pt x="76200" y="0"/>
                </a:lnTo>
                <a:lnTo>
                  <a:pt x="76200" y="2944368"/>
                </a:lnTo>
                <a:lnTo>
                  <a:pt x="0" y="2944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1" name="Google Shape;231;p5"/>
          <p:cNvSpPr/>
          <p:nvPr/>
        </p:nvSpPr>
        <p:spPr>
          <a:xfrm>
            <a:off x="-2485" y="760274"/>
            <a:ext cx="2877312" cy="2926080"/>
          </a:xfrm>
          <a:custGeom>
            <a:avLst/>
            <a:gdLst/>
            <a:ahLst/>
            <a:cxnLst/>
            <a:rect l="l" t="t" r="r" b="b"/>
            <a:pathLst>
              <a:path w="11985625" h="12184062" extrusionOk="0">
                <a:moveTo>
                  <a:pt x="0" y="11906250"/>
                </a:moveTo>
                <a:lnTo>
                  <a:pt x="0" y="277812"/>
                </a:lnTo>
                <a:cubicBezTo>
                  <a:pt x="0" y="259562"/>
                  <a:pt x="2006" y="241516"/>
                  <a:pt x="6083" y="223622"/>
                </a:cubicBezTo>
                <a:cubicBezTo>
                  <a:pt x="10161" y="205689"/>
                  <a:pt x="16191" y="188328"/>
                  <a:pt x="24181" y="171501"/>
                </a:cubicBezTo>
                <a:cubicBezTo>
                  <a:pt x="32119" y="154622"/>
                  <a:pt x="41911" y="138646"/>
                  <a:pt x="53504" y="123457"/>
                </a:cubicBezTo>
                <a:cubicBezTo>
                  <a:pt x="65088" y="108267"/>
                  <a:pt x="78271" y="94297"/>
                  <a:pt x="92977" y="81381"/>
                </a:cubicBezTo>
                <a:cubicBezTo>
                  <a:pt x="107733" y="68478"/>
                  <a:pt x="123775" y="56934"/>
                  <a:pt x="141070" y="46837"/>
                </a:cubicBezTo>
                <a:cubicBezTo>
                  <a:pt x="158434" y="36678"/>
                  <a:pt x="176746" y="28156"/>
                  <a:pt x="196000" y="21171"/>
                </a:cubicBezTo>
                <a:cubicBezTo>
                  <a:pt x="215264" y="14135"/>
                  <a:pt x="235114" y="8890"/>
                  <a:pt x="255538" y="5347"/>
                </a:cubicBezTo>
                <a:cubicBezTo>
                  <a:pt x="276008" y="1803"/>
                  <a:pt x="296645" y="0"/>
                  <a:pt x="317500" y="0"/>
                </a:cubicBezTo>
                <a:lnTo>
                  <a:pt x="11775287" y="0"/>
                </a:lnTo>
                <a:cubicBezTo>
                  <a:pt x="11789091" y="0"/>
                  <a:pt x="11802796" y="1321"/>
                  <a:pt x="11816296" y="4026"/>
                </a:cubicBezTo>
                <a:cubicBezTo>
                  <a:pt x="11829833" y="6718"/>
                  <a:pt x="11843017" y="10744"/>
                  <a:pt x="11855766" y="16040"/>
                </a:cubicBezTo>
                <a:cubicBezTo>
                  <a:pt x="11868519" y="21272"/>
                  <a:pt x="11880633" y="27787"/>
                  <a:pt x="11892127" y="35458"/>
                </a:cubicBezTo>
                <a:cubicBezTo>
                  <a:pt x="11903608" y="43129"/>
                  <a:pt x="11914237" y="51854"/>
                  <a:pt x="11924029" y="61595"/>
                </a:cubicBezTo>
                <a:cubicBezTo>
                  <a:pt x="11933771" y="71387"/>
                  <a:pt x="11942496" y="82017"/>
                  <a:pt x="11950167" y="93510"/>
                </a:cubicBezTo>
                <a:cubicBezTo>
                  <a:pt x="11957850" y="104991"/>
                  <a:pt x="11964302" y="117056"/>
                  <a:pt x="11969598" y="129858"/>
                </a:cubicBezTo>
                <a:cubicBezTo>
                  <a:pt x="11974881" y="142608"/>
                  <a:pt x="11978906" y="155740"/>
                  <a:pt x="11981548" y="169329"/>
                </a:cubicBezTo>
                <a:cubicBezTo>
                  <a:pt x="11984304" y="182829"/>
                  <a:pt x="11985625" y="196533"/>
                  <a:pt x="11985625" y="210350"/>
                </a:cubicBezTo>
                <a:lnTo>
                  <a:pt x="11985625" y="11973725"/>
                </a:lnTo>
                <a:cubicBezTo>
                  <a:pt x="11985625" y="11987530"/>
                  <a:pt x="11984304" y="12001182"/>
                  <a:pt x="11981548" y="12014733"/>
                </a:cubicBezTo>
                <a:cubicBezTo>
                  <a:pt x="11978906" y="12028272"/>
                  <a:pt x="11974881" y="12041454"/>
                  <a:pt x="11969598" y="12054205"/>
                </a:cubicBezTo>
                <a:cubicBezTo>
                  <a:pt x="11964302" y="12066956"/>
                  <a:pt x="11957850" y="12079072"/>
                  <a:pt x="11950167" y="12090564"/>
                </a:cubicBezTo>
                <a:cubicBezTo>
                  <a:pt x="11942496" y="12102046"/>
                  <a:pt x="11933771" y="12112676"/>
                  <a:pt x="11924029" y="12122417"/>
                </a:cubicBezTo>
                <a:cubicBezTo>
                  <a:pt x="11914237" y="12132208"/>
                  <a:pt x="11903608" y="12140933"/>
                  <a:pt x="11892127" y="12148604"/>
                </a:cubicBezTo>
                <a:cubicBezTo>
                  <a:pt x="11880633" y="12156287"/>
                  <a:pt x="11868519" y="12162789"/>
                  <a:pt x="11855766" y="12168036"/>
                </a:cubicBezTo>
                <a:cubicBezTo>
                  <a:pt x="11843017" y="12173319"/>
                  <a:pt x="11829833" y="12177344"/>
                  <a:pt x="11816296" y="12179985"/>
                </a:cubicBezTo>
                <a:cubicBezTo>
                  <a:pt x="11802796" y="12182742"/>
                  <a:pt x="11789091" y="12184062"/>
                  <a:pt x="11775287" y="12184062"/>
                </a:cubicBezTo>
                <a:lnTo>
                  <a:pt x="317500" y="12184062"/>
                </a:lnTo>
                <a:cubicBezTo>
                  <a:pt x="296645" y="12184062"/>
                  <a:pt x="276008" y="12182260"/>
                  <a:pt x="255538" y="12178716"/>
                </a:cubicBezTo>
                <a:cubicBezTo>
                  <a:pt x="235114" y="12175173"/>
                  <a:pt x="215264" y="12169877"/>
                  <a:pt x="196000" y="12162892"/>
                </a:cubicBezTo>
                <a:cubicBezTo>
                  <a:pt x="176746" y="12155906"/>
                  <a:pt x="158434" y="12147398"/>
                  <a:pt x="141070" y="12137237"/>
                </a:cubicBezTo>
                <a:cubicBezTo>
                  <a:pt x="123775" y="12127128"/>
                  <a:pt x="107733" y="12115585"/>
                  <a:pt x="92977" y="12102681"/>
                </a:cubicBezTo>
                <a:cubicBezTo>
                  <a:pt x="78271" y="12089816"/>
                  <a:pt x="65088" y="12075744"/>
                  <a:pt x="53504" y="12060606"/>
                </a:cubicBezTo>
                <a:cubicBezTo>
                  <a:pt x="41911" y="12045417"/>
                  <a:pt x="32119" y="12029439"/>
                  <a:pt x="24181" y="12012561"/>
                </a:cubicBezTo>
                <a:cubicBezTo>
                  <a:pt x="16191" y="11995734"/>
                  <a:pt x="10161" y="11978323"/>
                  <a:pt x="6083" y="11960440"/>
                </a:cubicBezTo>
                <a:cubicBezTo>
                  <a:pt x="2006" y="11942547"/>
                  <a:pt x="0" y="11924449"/>
                  <a:pt x="0" y="11906250"/>
                </a:cubicBezTo>
                <a:close/>
              </a:path>
            </a:pathLst>
          </a:custGeom>
          <a:solidFill>
            <a:srgbClr val="FFFFFF">
              <a:alpha val="94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7943660" y="2028884"/>
            <a:ext cx="2886456" cy="76200"/>
          </a:xfrm>
          <a:custGeom>
            <a:avLst/>
            <a:gdLst/>
            <a:ahLst/>
            <a:cxnLst/>
            <a:rect l="l" t="t" r="r" b="b"/>
            <a:pathLst>
              <a:path w="3848608" h="101600" extrusionOk="0">
                <a:moveTo>
                  <a:pt x="0" y="0"/>
                </a:moveTo>
                <a:lnTo>
                  <a:pt x="3848608" y="0"/>
                </a:lnTo>
                <a:lnTo>
                  <a:pt x="3848608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3" name="Google Shape;233;p5"/>
          <p:cNvSpPr/>
          <p:nvPr/>
        </p:nvSpPr>
        <p:spPr>
          <a:xfrm>
            <a:off x="7943660" y="4895909"/>
            <a:ext cx="2886456" cy="76200"/>
          </a:xfrm>
          <a:custGeom>
            <a:avLst/>
            <a:gdLst/>
            <a:ahLst/>
            <a:cxnLst/>
            <a:rect l="l" t="t" r="r" b="b"/>
            <a:pathLst>
              <a:path w="3848608" h="101600" extrusionOk="0">
                <a:moveTo>
                  <a:pt x="0" y="0"/>
                </a:moveTo>
                <a:lnTo>
                  <a:pt x="3848608" y="0"/>
                </a:lnTo>
                <a:lnTo>
                  <a:pt x="3848608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4" name="Google Shape;234;p5"/>
          <p:cNvSpPr/>
          <p:nvPr/>
        </p:nvSpPr>
        <p:spPr>
          <a:xfrm>
            <a:off x="7924800" y="2028312"/>
            <a:ext cx="76200" cy="2944368"/>
          </a:xfrm>
          <a:custGeom>
            <a:avLst/>
            <a:gdLst/>
            <a:ahLst/>
            <a:cxnLst/>
            <a:rect l="l" t="t" r="r" b="b"/>
            <a:pathLst>
              <a:path w="76200" h="2944368" extrusionOk="0">
                <a:moveTo>
                  <a:pt x="0" y="0"/>
                </a:moveTo>
                <a:lnTo>
                  <a:pt x="76200" y="0"/>
                </a:lnTo>
                <a:lnTo>
                  <a:pt x="76200" y="2944368"/>
                </a:lnTo>
                <a:lnTo>
                  <a:pt x="0" y="2944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5"/>
          <p:cNvSpPr/>
          <p:nvPr/>
        </p:nvSpPr>
        <p:spPr>
          <a:xfrm>
            <a:off x="-1676" y="759585"/>
            <a:ext cx="2877312" cy="2639568"/>
          </a:xfrm>
          <a:custGeom>
            <a:avLst/>
            <a:gdLst/>
            <a:ahLst/>
            <a:cxnLst/>
            <a:rect l="l" t="t" r="r" b="b"/>
            <a:pathLst>
              <a:path w="11985625" h="10993438" extrusionOk="0">
                <a:moveTo>
                  <a:pt x="0" y="10715625"/>
                </a:moveTo>
                <a:lnTo>
                  <a:pt x="0" y="277812"/>
                </a:lnTo>
                <a:cubicBezTo>
                  <a:pt x="0" y="259562"/>
                  <a:pt x="2006" y="241515"/>
                  <a:pt x="6083" y="223622"/>
                </a:cubicBezTo>
                <a:cubicBezTo>
                  <a:pt x="10161" y="205690"/>
                  <a:pt x="16193" y="188328"/>
                  <a:pt x="24181" y="171501"/>
                </a:cubicBezTo>
                <a:cubicBezTo>
                  <a:pt x="32119" y="154623"/>
                  <a:pt x="41911" y="138646"/>
                  <a:pt x="53505" y="123456"/>
                </a:cubicBezTo>
                <a:cubicBezTo>
                  <a:pt x="65088" y="108268"/>
                  <a:pt x="78270" y="94247"/>
                  <a:pt x="92977" y="81331"/>
                </a:cubicBezTo>
                <a:cubicBezTo>
                  <a:pt x="107735" y="68478"/>
                  <a:pt x="123774" y="56935"/>
                  <a:pt x="141072" y="46837"/>
                </a:cubicBezTo>
                <a:cubicBezTo>
                  <a:pt x="158432" y="36677"/>
                  <a:pt x="176746" y="28156"/>
                  <a:pt x="195999" y="21171"/>
                </a:cubicBezTo>
                <a:cubicBezTo>
                  <a:pt x="215264" y="14136"/>
                  <a:pt x="235114" y="8889"/>
                  <a:pt x="255536" y="5347"/>
                </a:cubicBezTo>
                <a:cubicBezTo>
                  <a:pt x="276010" y="1803"/>
                  <a:pt x="296647" y="0"/>
                  <a:pt x="317500" y="0"/>
                </a:cubicBezTo>
                <a:lnTo>
                  <a:pt x="11775287" y="0"/>
                </a:lnTo>
                <a:cubicBezTo>
                  <a:pt x="11789091" y="0"/>
                  <a:pt x="11802796" y="1321"/>
                  <a:pt x="11816296" y="4026"/>
                </a:cubicBezTo>
                <a:cubicBezTo>
                  <a:pt x="11829833" y="6719"/>
                  <a:pt x="11843017" y="10744"/>
                  <a:pt x="11855766" y="16039"/>
                </a:cubicBezTo>
                <a:cubicBezTo>
                  <a:pt x="11868519" y="21273"/>
                  <a:pt x="11880633" y="27787"/>
                  <a:pt x="11892127" y="35458"/>
                </a:cubicBezTo>
                <a:cubicBezTo>
                  <a:pt x="11903608" y="43129"/>
                  <a:pt x="11914237" y="51854"/>
                  <a:pt x="11924029" y="61595"/>
                </a:cubicBezTo>
                <a:cubicBezTo>
                  <a:pt x="11933771" y="71386"/>
                  <a:pt x="11942496" y="82017"/>
                  <a:pt x="11950167" y="93447"/>
                </a:cubicBezTo>
                <a:cubicBezTo>
                  <a:pt x="11957850" y="104990"/>
                  <a:pt x="11964302" y="117056"/>
                  <a:pt x="11969598" y="129857"/>
                </a:cubicBezTo>
                <a:cubicBezTo>
                  <a:pt x="11974881" y="142608"/>
                  <a:pt x="11978906" y="155739"/>
                  <a:pt x="11981548" y="169329"/>
                </a:cubicBezTo>
                <a:cubicBezTo>
                  <a:pt x="11984304" y="182829"/>
                  <a:pt x="11985625" y="196532"/>
                  <a:pt x="11985625" y="210350"/>
                </a:cubicBezTo>
                <a:lnTo>
                  <a:pt x="11985625" y="10783088"/>
                </a:lnTo>
                <a:cubicBezTo>
                  <a:pt x="11985625" y="10796904"/>
                  <a:pt x="11984304" y="10810584"/>
                  <a:pt x="11981548" y="10824121"/>
                </a:cubicBezTo>
                <a:cubicBezTo>
                  <a:pt x="11978906" y="10837658"/>
                  <a:pt x="11974881" y="10850829"/>
                  <a:pt x="11969598" y="10863579"/>
                </a:cubicBezTo>
                <a:cubicBezTo>
                  <a:pt x="11964302" y="10876331"/>
                  <a:pt x="11957850" y="10888473"/>
                  <a:pt x="11950167" y="10899939"/>
                </a:cubicBezTo>
                <a:cubicBezTo>
                  <a:pt x="11942496" y="10911433"/>
                  <a:pt x="11933771" y="10922062"/>
                  <a:pt x="11924029" y="10931816"/>
                </a:cubicBezTo>
                <a:cubicBezTo>
                  <a:pt x="11914237" y="10941596"/>
                  <a:pt x="11903608" y="10950321"/>
                  <a:pt x="11892127" y="10957979"/>
                </a:cubicBezTo>
                <a:cubicBezTo>
                  <a:pt x="11880633" y="10965650"/>
                  <a:pt x="11868519" y="10972140"/>
                  <a:pt x="11855766" y="10977411"/>
                </a:cubicBezTo>
                <a:cubicBezTo>
                  <a:pt x="11843017" y="10982706"/>
                  <a:pt x="11829833" y="10986694"/>
                  <a:pt x="11816296" y="10989385"/>
                </a:cubicBezTo>
                <a:cubicBezTo>
                  <a:pt x="11802796" y="10992092"/>
                  <a:pt x="11789091" y="10993438"/>
                  <a:pt x="11775287" y="10993438"/>
                </a:cubicBezTo>
                <a:lnTo>
                  <a:pt x="317500" y="10993438"/>
                </a:lnTo>
                <a:cubicBezTo>
                  <a:pt x="296647" y="10993438"/>
                  <a:pt x="276010" y="10991661"/>
                  <a:pt x="255536" y="10988104"/>
                </a:cubicBezTo>
                <a:cubicBezTo>
                  <a:pt x="235114" y="10984523"/>
                  <a:pt x="215264" y="10979252"/>
                  <a:pt x="195999" y="10972292"/>
                </a:cubicBezTo>
                <a:cubicBezTo>
                  <a:pt x="176746" y="10965306"/>
                  <a:pt x="158432" y="10956748"/>
                  <a:pt x="141072" y="10946612"/>
                </a:cubicBezTo>
                <a:cubicBezTo>
                  <a:pt x="123774" y="10936464"/>
                  <a:pt x="107735" y="10924958"/>
                  <a:pt x="92977" y="10912056"/>
                </a:cubicBezTo>
                <a:cubicBezTo>
                  <a:pt x="78270" y="10899152"/>
                  <a:pt x="65088" y="10885119"/>
                  <a:pt x="53505" y="10869969"/>
                </a:cubicBezTo>
                <a:cubicBezTo>
                  <a:pt x="41911" y="10854792"/>
                  <a:pt x="32119" y="10838777"/>
                  <a:pt x="24181" y="10821925"/>
                </a:cubicBezTo>
                <a:cubicBezTo>
                  <a:pt x="16193" y="10805083"/>
                  <a:pt x="10161" y="10787698"/>
                  <a:pt x="6083" y="10769817"/>
                </a:cubicBezTo>
                <a:cubicBezTo>
                  <a:pt x="2006" y="10751920"/>
                  <a:pt x="0" y="10733850"/>
                  <a:pt x="0" y="10715625"/>
                </a:cubicBezTo>
                <a:close/>
              </a:path>
            </a:pathLst>
          </a:custGeom>
          <a:solidFill>
            <a:srgbClr val="FFFFFF">
              <a:alpha val="94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4886134" y="5143559"/>
            <a:ext cx="2886456" cy="76200"/>
          </a:xfrm>
          <a:custGeom>
            <a:avLst/>
            <a:gdLst/>
            <a:ahLst/>
            <a:cxnLst/>
            <a:rect l="l" t="t" r="r" b="b"/>
            <a:pathLst>
              <a:path w="3848608" h="101600" extrusionOk="0">
                <a:moveTo>
                  <a:pt x="0" y="0"/>
                </a:moveTo>
                <a:lnTo>
                  <a:pt x="3848608" y="0"/>
                </a:lnTo>
                <a:lnTo>
                  <a:pt x="3848608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7" name="Google Shape;237;p5"/>
          <p:cNvSpPr/>
          <p:nvPr/>
        </p:nvSpPr>
        <p:spPr>
          <a:xfrm>
            <a:off x="4886134" y="7724834"/>
            <a:ext cx="2886456" cy="76200"/>
          </a:xfrm>
          <a:custGeom>
            <a:avLst/>
            <a:gdLst/>
            <a:ahLst/>
            <a:cxnLst/>
            <a:rect l="l" t="t" r="r" b="b"/>
            <a:pathLst>
              <a:path w="3848608" h="101600" extrusionOk="0">
                <a:moveTo>
                  <a:pt x="0" y="0"/>
                </a:moveTo>
                <a:lnTo>
                  <a:pt x="3848608" y="0"/>
                </a:lnTo>
                <a:lnTo>
                  <a:pt x="3848608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Google Shape;238;p5"/>
          <p:cNvSpPr/>
          <p:nvPr/>
        </p:nvSpPr>
        <p:spPr>
          <a:xfrm>
            <a:off x="6443567" y="5143368"/>
            <a:ext cx="1328928" cy="2657856"/>
          </a:xfrm>
          <a:custGeom>
            <a:avLst/>
            <a:gdLst/>
            <a:ahLst/>
            <a:cxnLst/>
            <a:rect l="l" t="t" r="r" b="b"/>
            <a:pathLst>
              <a:path w="1771904" h="3543808" extrusionOk="0">
                <a:moveTo>
                  <a:pt x="0" y="0"/>
                </a:moveTo>
                <a:lnTo>
                  <a:pt x="1771904" y="0"/>
                </a:lnTo>
                <a:lnTo>
                  <a:pt x="1771904" y="3543808"/>
                </a:lnTo>
                <a:lnTo>
                  <a:pt x="0" y="3543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l="97014" r="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9" name="Google Shape;239;p5"/>
          <p:cNvSpPr/>
          <p:nvPr/>
        </p:nvSpPr>
        <p:spPr>
          <a:xfrm>
            <a:off x="4867275" y="5143368"/>
            <a:ext cx="76200" cy="2657856"/>
          </a:xfrm>
          <a:custGeom>
            <a:avLst/>
            <a:gdLst/>
            <a:ahLst/>
            <a:cxnLst/>
            <a:rect l="l" t="t" r="r" b="b"/>
            <a:pathLst>
              <a:path w="101600" h="3543808" extrusionOk="0">
                <a:moveTo>
                  <a:pt x="0" y="0"/>
                </a:moveTo>
                <a:lnTo>
                  <a:pt x="101600" y="0"/>
                </a:lnTo>
                <a:lnTo>
                  <a:pt x="101600" y="3543808"/>
                </a:lnTo>
                <a:lnTo>
                  <a:pt x="0" y="3543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0" name="Google Shape;240;p5"/>
          <p:cNvSpPr/>
          <p:nvPr/>
        </p:nvSpPr>
        <p:spPr>
          <a:xfrm>
            <a:off x="9579674" y="7766363"/>
            <a:ext cx="1755648" cy="420624"/>
          </a:xfrm>
          <a:custGeom>
            <a:avLst/>
            <a:gdLst/>
            <a:ahLst/>
            <a:cxnLst/>
            <a:rect l="l" t="t" r="r" b="b"/>
            <a:pathLst>
              <a:path w="2340864" h="560832" extrusionOk="0">
                <a:moveTo>
                  <a:pt x="0" y="0"/>
                </a:moveTo>
                <a:lnTo>
                  <a:pt x="2340864" y="0"/>
                </a:lnTo>
                <a:lnTo>
                  <a:pt x="2340864" y="560832"/>
                </a:lnTo>
                <a:lnTo>
                  <a:pt x="0" y="560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1" name="Google Shape;241;p5"/>
          <p:cNvSpPr txBox="1"/>
          <p:nvPr/>
        </p:nvSpPr>
        <p:spPr>
          <a:xfrm>
            <a:off x="4886325" y="1224593"/>
            <a:ext cx="5891679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The Three Pillars of Success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5794486" y="2203001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243" name="Google Shape;243;p5"/>
          <p:cNvSpPr txBox="1"/>
          <p:nvPr/>
        </p:nvSpPr>
        <p:spPr>
          <a:xfrm>
            <a:off x="5133975" y="2231576"/>
            <a:ext cx="216675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TOPIC: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Passion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Fuels Perseverance</a:t>
            </a:r>
            <a:endParaRPr/>
          </a:p>
        </p:txBody>
      </p:sp>
      <p:sp>
        <p:nvSpPr>
          <p:cNvPr id="244" name="Google Shape;244;p5"/>
          <p:cNvSpPr txBox="1"/>
          <p:nvPr/>
        </p:nvSpPr>
        <p:spPr>
          <a:xfrm>
            <a:off x="5621026" y="2877409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245" name="Google Shape;245;p5"/>
          <p:cNvSpPr txBox="1"/>
          <p:nvPr/>
        </p:nvSpPr>
        <p:spPr>
          <a:xfrm>
            <a:off x="5133975" y="5251875"/>
            <a:ext cx="2519100" cy="25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MENTOR: Alignment and Availability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Alignment and availability are paramount. Ensure your mentor works in your field, has dedicated time to guide you, and approach them early with a specific idea.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8191500" y="2183950"/>
            <a:ext cx="21087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4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TEAM: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Collaborative Commitment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9107757" y="2877409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5133975" y="2848834"/>
            <a:ext cx="24513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Focus on problems that genuinely excite you, offer potential for impact (publication or product), and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align with current trends in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top conferences like NeurIPS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and ACL.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8191500" y="2877409"/>
            <a:ext cx="2141400" cy="17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Badteams kill 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more projects than bad ideas ever will. Be intentional with check-ins, honest reporting and communication.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6"/>
          <p:cNvGrpSpPr/>
          <p:nvPr/>
        </p:nvGrpSpPr>
        <p:grpSpPr>
          <a:xfrm>
            <a:off x="-3" y="-3"/>
            <a:ext cx="11429997" cy="9039223"/>
            <a:chOff x="63500" y="63500"/>
            <a:chExt cx="11430000" cy="9039226"/>
          </a:xfrm>
        </p:grpSpPr>
        <p:sp>
          <p:nvSpPr>
            <p:cNvPr id="255" name="Google Shape;255;p6"/>
            <p:cNvSpPr/>
            <p:nvPr/>
          </p:nvSpPr>
          <p:spPr>
            <a:xfrm>
              <a:off x="63500" y="63500"/>
              <a:ext cx="11430000" cy="9039226"/>
            </a:xfrm>
            <a:custGeom>
              <a:avLst/>
              <a:gdLst/>
              <a:ahLst/>
              <a:cxnLst/>
              <a:rect l="l" t="t" r="r" b="b"/>
              <a:pathLst>
                <a:path w="11430000" h="9039226" extrusionOk="0">
                  <a:moveTo>
                    <a:pt x="0" y="0"/>
                  </a:moveTo>
                  <a:lnTo>
                    <a:pt x="0" y="9039226"/>
                  </a:lnTo>
                  <a:lnTo>
                    <a:pt x="11430000" y="90392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63500" y="63500"/>
              <a:ext cx="11430000" cy="9039226"/>
            </a:xfrm>
            <a:custGeom>
              <a:avLst/>
              <a:gdLst/>
              <a:ahLst/>
              <a:cxnLst/>
              <a:rect l="l" t="t" r="r" b="b"/>
              <a:pathLst>
                <a:path w="11430000" h="9039226" extrusionOk="0">
                  <a:moveTo>
                    <a:pt x="0" y="0"/>
                  </a:moveTo>
                  <a:lnTo>
                    <a:pt x="0" y="9039226"/>
                  </a:lnTo>
                  <a:lnTo>
                    <a:pt x="11430000" y="90392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7" name="Google Shape;257;p6"/>
          <p:cNvSpPr/>
          <p:nvPr/>
        </p:nvSpPr>
        <p:spPr>
          <a:xfrm>
            <a:off x="0" y="0"/>
            <a:ext cx="11430000" cy="9039225"/>
          </a:xfrm>
          <a:custGeom>
            <a:avLst/>
            <a:gdLst/>
            <a:ahLst/>
            <a:cxnLst/>
            <a:rect l="l" t="t" r="r" b="b"/>
            <a:pathLst>
              <a:path w="15240000" h="12052300" extrusionOk="0">
                <a:moveTo>
                  <a:pt x="0" y="0"/>
                </a:moveTo>
                <a:lnTo>
                  <a:pt x="15240000" y="0"/>
                </a:lnTo>
                <a:lnTo>
                  <a:pt x="15240000" y="12052300"/>
                </a:lnTo>
                <a:lnTo>
                  <a:pt x="0" y="1205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1" b="-11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8" name="Google Shape;258;p6"/>
          <p:cNvSpPr/>
          <p:nvPr/>
        </p:nvSpPr>
        <p:spPr>
          <a:xfrm>
            <a:off x="0" y="0"/>
            <a:ext cx="11430000" cy="9039225"/>
          </a:xfrm>
          <a:custGeom>
            <a:avLst/>
            <a:gdLst/>
            <a:ahLst/>
            <a:cxnLst/>
            <a:rect l="l" t="t" r="r" b="b"/>
            <a:pathLst>
              <a:path w="15240000" h="12052300" extrusionOk="0">
                <a:moveTo>
                  <a:pt x="0" y="0"/>
                </a:moveTo>
                <a:lnTo>
                  <a:pt x="15240000" y="0"/>
                </a:lnTo>
                <a:lnTo>
                  <a:pt x="15240000" y="12052300"/>
                </a:lnTo>
                <a:lnTo>
                  <a:pt x="0" y="1205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59" name="Google Shape;259;p6"/>
          <p:cNvGrpSpPr/>
          <p:nvPr/>
        </p:nvGrpSpPr>
        <p:grpSpPr>
          <a:xfrm>
            <a:off x="2" y="-3"/>
            <a:ext cx="11429997" cy="9039222"/>
            <a:chOff x="63500" y="63500"/>
            <a:chExt cx="11430000" cy="9039225"/>
          </a:xfrm>
        </p:grpSpPr>
        <p:sp>
          <p:nvSpPr>
            <p:cNvPr id="260" name="Google Shape;260;p6"/>
            <p:cNvSpPr/>
            <p:nvPr/>
          </p:nvSpPr>
          <p:spPr>
            <a:xfrm>
              <a:off x="63500" y="63500"/>
              <a:ext cx="11430000" cy="9039225"/>
            </a:xfrm>
            <a:custGeom>
              <a:avLst/>
              <a:gdLst/>
              <a:ahLst/>
              <a:cxnLst/>
              <a:rect l="l" t="t" r="r" b="b"/>
              <a:pathLst>
                <a:path w="11430000" h="9039225" extrusionOk="0">
                  <a:moveTo>
                    <a:pt x="0" y="0"/>
                  </a:moveTo>
                  <a:lnTo>
                    <a:pt x="0" y="9039225"/>
                  </a:lnTo>
                  <a:lnTo>
                    <a:pt x="11430000" y="90392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63448" y="539623"/>
              <a:ext cx="781431" cy="314579"/>
            </a:xfrm>
            <a:custGeom>
              <a:avLst/>
              <a:gdLst/>
              <a:ahLst/>
              <a:cxnLst/>
              <a:rect l="l" t="t" r="r" b="b"/>
              <a:pathLst>
                <a:path w="781431" h="314579" extrusionOk="0">
                  <a:moveTo>
                    <a:pt x="127" y="266446"/>
                  </a:moveTo>
                  <a:lnTo>
                    <a:pt x="127" y="48133"/>
                  </a:lnTo>
                  <a:cubicBezTo>
                    <a:pt x="127" y="41783"/>
                    <a:pt x="1397" y="35687"/>
                    <a:pt x="3810" y="29718"/>
                  </a:cubicBezTo>
                  <a:cubicBezTo>
                    <a:pt x="6223" y="23749"/>
                    <a:pt x="9652" y="18669"/>
                    <a:pt x="14224" y="14097"/>
                  </a:cubicBezTo>
                  <a:cubicBezTo>
                    <a:pt x="18796" y="9525"/>
                    <a:pt x="23876" y="6096"/>
                    <a:pt x="29845" y="3683"/>
                  </a:cubicBezTo>
                  <a:cubicBezTo>
                    <a:pt x="35814" y="1270"/>
                    <a:pt x="41910" y="0"/>
                    <a:pt x="48260" y="0"/>
                  </a:cubicBezTo>
                  <a:lnTo>
                    <a:pt x="733298" y="0"/>
                  </a:lnTo>
                  <a:cubicBezTo>
                    <a:pt x="739648" y="0"/>
                    <a:pt x="745744" y="1270"/>
                    <a:pt x="751713" y="3683"/>
                  </a:cubicBezTo>
                  <a:cubicBezTo>
                    <a:pt x="757682" y="6096"/>
                    <a:pt x="762762" y="9525"/>
                    <a:pt x="767334" y="14097"/>
                  </a:cubicBezTo>
                  <a:cubicBezTo>
                    <a:pt x="771906" y="18669"/>
                    <a:pt x="775335" y="23749"/>
                    <a:pt x="777748" y="29718"/>
                  </a:cubicBezTo>
                  <a:cubicBezTo>
                    <a:pt x="780161" y="35687"/>
                    <a:pt x="781431" y="41783"/>
                    <a:pt x="781431" y="48133"/>
                  </a:cubicBezTo>
                  <a:lnTo>
                    <a:pt x="781431" y="266446"/>
                  </a:lnTo>
                  <a:cubicBezTo>
                    <a:pt x="781431" y="272796"/>
                    <a:pt x="780161" y="278892"/>
                    <a:pt x="777748" y="284861"/>
                  </a:cubicBezTo>
                  <a:cubicBezTo>
                    <a:pt x="775335" y="290830"/>
                    <a:pt x="771906" y="295910"/>
                    <a:pt x="767334" y="300482"/>
                  </a:cubicBezTo>
                  <a:cubicBezTo>
                    <a:pt x="762762" y="305054"/>
                    <a:pt x="757682" y="308483"/>
                    <a:pt x="751713" y="310896"/>
                  </a:cubicBezTo>
                  <a:cubicBezTo>
                    <a:pt x="745744" y="313309"/>
                    <a:pt x="739648" y="314579"/>
                    <a:pt x="733298" y="314579"/>
                  </a:cubicBezTo>
                  <a:lnTo>
                    <a:pt x="48133" y="314579"/>
                  </a:lnTo>
                  <a:cubicBezTo>
                    <a:pt x="41783" y="314579"/>
                    <a:pt x="35687" y="313309"/>
                    <a:pt x="29718" y="310896"/>
                  </a:cubicBezTo>
                  <a:cubicBezTo>
                    <a:pt x="23749" y="308483"/>
                    <a:pt x="18669" y="305054"/>
                    <a:pt x="14097" y="300482"/>
                  </a:cubicBezTo>
                  <a:cubicBezTo>
                    <a:pt x="9525" y="295910"/>
                    <a:pt x="6096" y="290830"/>
                    <a:pt x="3683" y="284861"/>
                  </a:cubicBezTo>
                  <a:cubicBezTo>
                    <a:pt x="1270" y="278892"/>
                    <a:pt x="0" y="272796"/>
                    <a:pt x="0" y="266446"/>
                  </a:cubicBezTo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663575" y="24638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 extrusionOk="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658368" y="2458459"/>
              <a:ext cx="867918" cy="1039375"/>
            </a:xfrm>
            <a:custGeom>
              <a:avLst/>
              <a:gdLst/>
              <a:ahLst/>
              <a:cxnLst/>
              <a:rect l="l" t="t" r="r" b="b"/>
              <a:pathLst>
                <a:path w="867918" h="1039375" extrusionOk="0">
                  <a:moveTo>
                    <a:pt x="7239" y="857638"/>
                  </a:moveTo>
                  <a:lnTo>
                    <a:pt x="435864" y="1029088"/>
                  </a:lnTo>
                  <a:lnTo>
                    <a:pt x="433832" y="1034041"/>
                  </a:lnTo>
                  <a:lnTo>
                    <a:pt x="431800" y="1029088"/>
                  </a:lnTo>
                  <a:lnTo>
                    <a:pt x="860425" y="857638"/>
                  </a:lnTo>
                  <a:lnTo>
                    <a:pt x="862457" y="862591"/>
                  </a:lnTo>
                  <a:lnTo>
                    <a:pt x="857123" y="862591"/>
                  </a:lnTo>
                  <a:lnTo>
                    <a:pt x="857123" y="5341"/>
                  </a:lnTo>
                  <a:lnTo>
                    <a:pt x="862457" y="5341"/>
                  </a:lnTo>
                  <a:lnTo>
                    <a:pt x="864489" y="10294"/>
                  </a:lnTo>
                  <a:lnTo>
                    <a:pt x="435864" y="181744"/>
                  </a:lnTo>
                  <a:cubicBezTo>
                    <a:pt x="434594" y="182252"/>
                    <a:pt x="433197" y="182252"/>
                    <a:pt x="431927" y="181744"/>
                  </a:cubicBezTo>
                  <a:lnTo>
                    <a:pt x="3302" y="10294"/>
                  </a:lnTo>
                  <a:lnTo>
                    <a:pt x="5334" y="5341"/>
                  </a:lnTo>
                  <a:lnTo>
                    <a:pt x="10668" y="5341"/>
                  </a:lnTo>
                  <a:lnTo>
                    <a:pt x="10668" y="862591"/>
                  </a:lnTo>
                  <a:lnTo>
                    <a:pt x="5334" y="862591"/>
                  </a:lnTo>
                  <a:lnTo>
                    <a:pt x="7366" y="857638"/>
                  </a:lnTo>
                  <a:moveTo>
                    <a:pt x="3429" y="867544"/>
                  </a:moveTo>
                  <a:cubicBezTo>
                    <a:pt x="1397" y="866782"/>
                    <a:pt x="0" y="864750"/>
                    <a:pt x="0" y="862591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1" y="171838"/>
                  </a:lnTo>
                  <a:lnTo>
                    <a:pt x="433959" y="176791"/>
                  </a:lnTo>
                  <a:lnTo>
                    <a:pt x="431927" y="171838"/>
                  </a:lnTo>
                  <a:lnTo>
                    <a:pt x="860552" y="388"/>
                  </a:lnTo>
                  <a:cubicBezTo>
                    <a:pt x="862203" y="-247"/>
                    <a:pt x="864108" y="-120"/>
                    <a:pt x="865505" y="896"/>
                  </a:cubicBezTo>
                  <a:cubicBezTo>
                    <a:pt x="866902" y="1912"/>
                    <a:pt x="867918" y="3563"/>
                    <a:pt x="867918" y="5341"/>
                  </a:cubicBezTo>
                  <a:lnTo>
                    <a:pt x="867918" y="862591"/>
                  </a:lnTo>
                  <a:cubicBezTo>
                    <a:pt x="867918" y="864750"/>
                    <a:pt x="866521" y="866782"/>
                    <a:pt x="864489" y="867544"/>
                  </a:cubicBezTo>
                  <a:lnTo>
                    <a:pt x="435864" y="1038994"/>
                  </a:lnTo>
                  <a:cubicBezTo>
                    <a:pt x="434594" y="1039502"/>
                    <a:pt x="433197" y="1039502"/>
                    <a:pt x="431927" y="1038994"/>
                  </a:cubicBezTo>
                  <a:lnTo>
                    <a:pt x="3302" y="867544"/>
                  </a:ln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663575" y="34925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 extrusionOk="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658368" y="3487159"/>
              <a:ext cx="867918" cy="1039375"/>
            </a:xfrm>
            <a:custGeom>
              <a:avLst/>
              <a:gdLst/>
              <a:ahLst/>
              <a:cxnLst/>
              <a:rect l="l" t="t" r="r" b="b"/>
              <a:pathLst>
                <a:path w="867918" h="1039375" extrusionOk="0">
                  <a:moveTo>
                    <a:pt x="7239" y="857638"/>
                  </a:moveTo>
                  <a:lnTo>
                    <a:pt x="435864" y="1029088"/>
                  </a:lnTo>
                  <a:lnTo>
                    <a:pt x="433832" y="1034041"/>
                  </a:lnTo>
                  <a:lnTo>
                    <a:pt x="431800" y="1029088"/>
                  </a:lnTo>
                  <a:lnTo>
                    <a:pt x="860425" y="857638"/>
                  </a:lnTo>
                  <a:lnTo>
                    <a:pt x="862457" y="862591"/>
                  </a:lnTo>
                  <a:lnTo>
                    <a:pt x="857123" y="862591"/>
                  </a:lnTo>
                  <a:lnTo>
                    <a:pt x="857123" y="5341"/>
                  </a:lnTo>
                  <a:lnTo>
                    <a:pt x="862457" y="5341"/>
                  </a:lnTo>
                  <a:lnTo>
                    <a:pt x="864489" y="10294"/>
                  </a:lnTo>
                  <a:lnTo>
                    <a:pt x="435864" y="181744"/>
                  </a:lnTo>
                  <a:cubicBezTo>
                    <a:pt x="434594" y="182252"/>
                    <a:pt x="433197" y="182252"/>
                    <a:pt x="431927" y="181744"/>
                  </a:cubicBezTo>
                  <a:lnTo>
                    <a:pt x="3302" y="10294"/>
                  </a:lnTo>
                  <a:lnTo>
                    <a:pt x="5334" y="5341"/>
                  </a:lnTo>
                  <a:lnTo>
                    <a:pt x="10668" y="5341"/>
                  </a:lnTo>
                  <a:lnTo>
                    <a:pt x="10668" y="862591"/>
                  </a:lnTo>
                  <a:lnTo>
                    <a:pt x="5334" y="862591"/>
                  </a:lnTo>
                  <a:lnTo>
                    <a:pt x="7366" y="857638"/>
                  </a:lnTo>
                  <a:moveTo>
                    <a:pt x="3429" y="867544"/>
                  </a:moveTo>
                  <a:cubicBezTo>
                    <a:pt x="1397" y="866782"/>
                    <a:pt x="0" y="864750"/>
                    <a:pt x="0" y="862591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1" y="171838"/>
                  </a:lnTo>
                  <a:lnTo>
                    <a:pt x="433959" y="176791"/>
                  </a:lnTo>
                  <a:lnTo>
                    <a:pt x="431927" y="171838"/>
                  </a:lnTo>
                  <a:lnTo>
                    <a:pt x="860552" y="388"/>
                  </a:lnTo>
                  <a:cubicBezTo>
                    <a:pt x="862203" y="-247"/>
                    <a:pt x="864108" y="-120"/>
                    <a:pt x="865505" y="896"/>
                  </a:cubicBezTo>
                  <a:cubicBezTo>
                    <a:pt x="866902" y="1912"/>
                    <a:pt x="867918" y="3563"/>
                    <a:pt x="867918" y="5341"/>
                  </a:cubicBezTo>
                  <a:lnTo>
                    <a:pt x="867918" y="862591"/>
                  </a:lnTo>
                  <a:cubicBezTo>
                    <a:pt x="867918" y="864750"/>
                    <a:pt x="866521" y="866782"/>
                    <a:pt x="864489" y="867544"/>
                  </a:cubicBezTo>
                  <a:lnTo>
                    <a:pt x="435864" y="1038994"/>
                  </a:lnTo>
                  <a:cubicBezTo>
                    <a:pt x="434594" y="1039502"/>
                    <a:pt x="433197" y="1039502"/>
                    <a:pt x="431927" y="1038994"/>
                  </a:cubicBezTo>
                  <a:lnTo>
                    <a:pt x="3302" y="867544"/>
                  </a:ln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663575" y="45212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 extrusionOk="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658368" y="4515859"/>
              <a:ext cx="867918" cy="1039375"/>
            </a:xfrm>
            <a:custGeom>
              <a:avLst/>
              <a:gdLst/>
              <a:ahLst/>
              <a:cxnLst/>
              <a:rect l="l" t="t" r="r" b="b"/>
              <a:pathLst>
                <a:path w="867918" h="1039375" extrusionOk="0">
                  <a:moveTo>
                    <a:pt x="7239" y="857638"/>
                  </a:moveTo>
                  <a:lnTo>
                    <a:pt x="435864" y="1029088"/>
                  </a:lnTo>
                  <a:lnTo>
                    <a:pt x="433832" y="1034041"/>
                  </a:lnTo>
                  <a:lnTo>
                    <a:pt x="431800" y="1029088"/>
                  </a:lnTo>
                  <a:lnTo>
                    <a:pt x="860425" y="857638"/>
                  </a:lnTo>
                  <a:lnTo>
                    <a:pt x="862457" y="862591"/>
                  </a:lnTo>
                  <a:lnTo>
                    <a:pt x="857123" y="862591"/>
                  </a:lnTo>
                  <a:lnTo>
                    <a:pt x="857123" y="5341"/>
                  </a:lnTo>
                  <a:lnTo>
                    <a:pt x="862457" y="5341"/>
                  </a:lnTo>
                  <a:lnTo>
                    <a:pt x="864489" y="10294"/>
                  </a:lnTo>
                  <a:lnTo>
                    <a:pt x="435864" y="181744"/>
                  </a:lnTo>
                  <a:cubicBezTo>
                    <a:pt x="434594" y="182252"/>
                    <a:pt x="433197" y="182252"/>
                    <a:pt x="431927" y="181744"/>
                  </a:cubicBezTo>
                  <a:lnTo>
                    <a:pt x="3302" y="10294"/>
                  </a:lnTo>
                  <a:lnTo>
                    <a:pt x="5334" y="5341"/>
                  </a:lnTo>
                  <a:lnTo>
                    <a:pt x="10668" y="5341"/>
                  </a:lnTo>
                  <a:lnTo>
                    <a:pt x="10668" y="862591"/>
                  </a:lnTo>
                  <a:lnTo>
                    <a:pt x="5334" y="862591"/>
                  </a:lnTo>
                  <a:lnTo>
                    <a:pt x="7366" y="857638"/>
                  </a:lnTo>
                  <a:moveTo>
                    <a:pt x="3429" y="867544"/>
                  </a:moveTo>
                  <a:cubicBezTo>
                    <a:pt x="1397" y="866782"/>
                    <a:pt x="0" y="864750"/>
                    <a:pt x="0" y="862591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1" y="171838"/>
                  </a:lnTo>
                  <a:lnTo>
                    <a:pt x="433959" y="176791"/>
                  </a:lnTo>
                  <a:lnTo>
                    <a:pt x="431927" y="171838"/>
                  </a:lnTo>
                  <a:lnTo>
                    <a:pt x="860552" y="388"/>
                  </a:lnTo>
                  <a:cubicBezTo>
                    <a:pt x="862203" y="-247"/>
                    <a:pt x="864108" y="-120"/>
                    <a:pt x="865505" y="896"/>
                  </a:cubicBezTo>
                  <a:cubicBezTo>
                    <a:pt x="866902" y="1912"/>
                    <a:pt x="867918" y="3563"/>
                    <a:pt x="867918" y="5341"/>
                  </a:cubicBezTo>
                  <a:lnTo>
                    <a:pt x="867918" y="862591"/>
                  </a:lnTo>
                  <a:cubicBezTo>
                    <a:pt x="867918" y="864750"/>
                    <a:pt x="866521" y="866782"/>
                    <a:pt x="864489" y="867544"/>
                  </a:cubicBezTo>
                  <a:lnTo>
                    <a:pt x="435864" y="1038994"/>
                  </a:lnTo>
                  <a:cubicBezTo>
                    <a:pt x="434594" y="1039502"/>
                    <a:pt x="433197" y="1039502"/>
                    <a:pt x="431927" y="1038994"/>
                  </a:cubicBezTo>
                  <a:lnTo>
                    <a:pt x="3302" y="867544"/>
                  </a:ln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663575" y="55499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 extrusionOk="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658368" y="5544559"/>
              <a:ext cx="867918" cy="1039375"/>
            </a:xfrm>
            <a:custGeom>
              <a:avLst/>
              <a:gdLst/>
              <a:ahLst/>
              <a:cxnLst/>
              <a:rect l="l" t="t" r="r" b="b"/>
              <a:pathLst>
                <a:path w="867918" h="1039375" extrusionOk="0">
                  <a:moveTo>
                    <a:pt x="7239" y="857638"/>
                  </a:moveTo>
                  <a:lnTo>
                    <a:pt x="435864" y="1029088"/>
                  </a:lnTo>
                  <a:lnTo>
                    <a:pt x="433832" y="1034041"/>
                  </a:lnTo>
                  <a:lnTo>
                    <a:pt x="431800" y="1029088"/>
                  </a:lnTo>
                  <a:lnTo>
                    <a:pt x="860425" y="857638"/>
                  </a:lnTo>
                  <a:lnTo>
                    <a:pt x="862457" y="862591"/>
                  </a:lnTo>
                  <a:lnTo>
                    <a:pt x="857123" y="862591"/>
                  </a:lnTo>
                  <a:lnTo>
                    <a:pt x="857123" y="5341"/>
                  </a:lnTo>
                  <a:lnTo>
                    <a:pt x="862457" y="5341"/>
                  </a:lnTo>
                  <a:lnTo>
                    <a:pt x="864489" y="10294"/>
                  </a:lnTo>
                  <a:lnTo>
                    <a:pt x="435864" y="181744"/>
                  </a:lnTo>
                  <a:cubicBezTo>
                    <a:pt x="434594" y="182252"/>
                    <a:pt x="433197" y="182252"/>
                    <a:pt x="431927" y="181744"/>
                  </a:cubicBezTo>
                  <a:lnTo>
                    <a:pt x="3302" y="10294"/>
                  </a:lnTo>
                  <a:lnTo>
                    <a:pt x="5334" y="5341"/>
                  </a:lnTo>
                  <a:lnTo>
                    <a:pt x="10668" y="5341"/>
                  </a:lnTo>
                  <a:lnTo>
                    <a:pt x="10668" y="862591"/>
                  </a:lnTo>
                  <a:lnTo>
                    <a:pt x="5334" y="862591"/>
                  </a:lnTo>
                  <a:lnTo>
                    <a:pt x="7366" y="857638"/>
                  </a:lnTo>
                  <a:moveTo>
                    <a:pt x="3429" y="867544"/>
                  </a:moveTo>
                  <a:cubicBezTo>
                    <a:pt x="1397" y="866782"/>
                    <a:pt x="0" y="864750"/>
                    <a:pt x="0" y="862591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1" y="171838"/>
                  </a:lnTo>
                  <a:lnTo>
                    <a:pt x="433959" y="176791"/>
                  </a:lnTo>
                  <a:lnTo>
                    <a:pt x="431927" y="171838"/>
                  </a:lnTo>
                  <a:lnTo>
                    <a:pt x="860552" y="388"/>
                  </a:lnTo>
                  <a:cubicBezTo>
                    <a:pt x="862203" y="-247"/>
                    <a:pt x="864108" y="-120"/>
                    <a:pt x="865505" y="896"/>
                  </a:cubicBezTo>
                  <a:cubicBezTo>
                    <a:pt x="866902" y="1912"/>
                    <a:pt x="867918" y="3563"/>
                    <a:pt x="867918" y="5341"/>
                  </a:cubicBezTo>
                  <a:lnTo>
                    <a:pt x="867918" y="862591"/>
                  </a:lnTo>
                  <a:cubicBezTo>
                    <a:pt x="867918" y="864750"/>
                    <a:pt x="866521" y="866782"/>
                    <a:pt x="864489" y="867544"/>
                  </a:cubicBezTo>
                  <a:lnTo>
                    <a:pt x="435864" y="1038994"/>
                  </a:lnTo>
                  <a:cubicBezTo>
                    <a:pt x="434594" y="1039502"/>
                    <a:pt x="433197" y="1039502"/>
                    <a:pt x="431927" y="1038994"/>
                  </a:cubicBezTo>
                  <a:lnTo>
                    <a:pt x="3302" y="867544"/>
                  </a:ln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663575" y="65786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 extrusionOk="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658368" y="6573259"/>
              <a:ext cx="867918" cy="1039375"/>
            </a:xfrm>
            <a:custGeom>
              <a:avLst/>
              <a:gdLst/>
              <a:ahLst/>
              <a:cxnLst/>
              <a:rect l="l" t="t" r="r" b="b"/>
              <a:pathLst>
                <a:path w="867918" h="1039375" extrusionOk="0">
                  <a:moveTo>
                    <a:pt x="7239" y="857638"/>
                  </a:moveTo>
                  <a:lnTo>
                    <a:pt x="435864" y="1029088"/>
                  </a:lnTo>
                  <a:lnTo>
                    <a:pt x="433832" y="1034041"/>
                  </a:lnTo>
                  <a:lnTo>
                    <a:pt x="431800" y="1029088"/>
                  </a:lnTo>
                  <a:lnTo>
                    <a:pt x="860425" y="857638"/>
                  </a:lnTo>
                  <a:lnTo>
                    <a:pt x="862457" y="862591"/>
                  </a:lnTo>
                  <a:lnTo>
                    <a:pt x="857123" y="862591"/>
                  </a:lnTo>
                  <a:lnTo>
                    <a:pt x="857123" y="5341"/>
                  </a:lnTo>
                  <a:lnTo>
                    <a:pt x="862457" y="5341"/>
                  </a:lnTo>
                  <a:lnTo>
                    <a:pt x="864489" y="10294"/>
                  </a:lnTo>
                  <a:lnTo>
                    <a:pt x="435864" y="181744"/>
                  </a:lnTo>
                  <a:cubicBezTo>
                    <a:pt x="434594" y="182252"/>
                    <a:pt x="433197" y="182252"/>
                    <a:pt x="431927" y="181744"/>
                  </a:cubicBezTo>
                  <a:lnTo>
                    <a:pt x="3302" y="10294"/>
                  </a:lnTo>
                  <a:lnTo>
                    <a:pt x="5334" y="5341"/>
                  </a:lnTo>
                  <a:lnTo>
                    <a:pt x="10668" y="5341"/>
                  </a:lnTo>
                  <a:lnTo>
                    <a:pt x="10668" y="862591"/>
                  </a:lnTo>
                  <a:lnTo>
                    <a:pt x="5334" y="862591"/>
                  </a:lnTo>
                  <a:lnTo>
                    <a:pt x="7366" y="857638"/>
                  </a:lnTo>
                  <a:moveTo>
                    <a:pt x="3429" y="867544"/>
                  </a:moveTo>
                  <a:cubicBezTo>
                    <a:pt x="1397" y="866782"/>
                    <a:pt x="0" y="864750"/>
                    <a:pt x="0" y="862591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1" y="171838"/>
                  </a:lnTo>
                  <a:lnTo>
                    <a:pt x="433959" y="176791"/>
                  </a:lnTo>
                  <a:lnTo>
                    <a:pt x="431927" y="171838"/>
                  </a:lnTo>
                  <a:lnTo>
                    <a:pt x="860552" y="388"/>
                  </a:lnTo>
                  <a:cubicBezTo>
                    <a:pt x="862203" y="-247"/>
                    <a:pt x="864108" y="-120"/>
                    <a:pt x="865505" y="896"/>
                  </a:cubicBezTo>
                  <a:cubicBezTo>
                    <a:pt x="866902" y="1912"/>
                    <a:pt x="867918" y="3563"/>
                    <a:pt x="867918" y="5341"/>
                  </a:cubicBezTo>
                  <a:lnTo>
                    <a:pt x="867918" y="862591"/>
                  </a:lnTo>
                  <a:cubicBezTo>
                    <a:pt x="867918" y="864750"/>
                    <a:pt x="866521" y="866782"/>
                    <a:pt x="864489" y="867544"/>
                  </a:cubicBezTo>
                  <a:lnTo>
                    <a:pt x="435864" y="1038994"/>
                  </a:lnTo>
                  <a:cubicBezTo>
                    <a:pt x="434594" y="1039502"/>
                    <a:pt x="433197" y="1039502"/>
                    <a:pt x="431927" y="1038994"/>
                  </a:cubicBezTo>
                  <a:lnTo>
                    <a:pt x="3302" y="867544"/>
                  </a:ln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663575" y="76073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 extrusionOk="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658368" y="7601959"/>
              <a:ext cx="867918" cy="1039375"/>
            </a:xfrm>
            <a:custGeom>
              <a:avLst/>
              <a:gdLst/>
              <a:ahLst/>
              <a:cxnLst/>
              <a:rect l="l" t="t" r="r" b="b"/>
              <a:pathLst>
                <a:path w="867918" h="1039375" extrusionOk="0">
                  <a:moveTo>
                    <a:pt x="7239" y="857638"/>
                  </a:moveTo>
                  <a:lnTo>
                    <a:pt x="435864" y="1029088"/>
                  </a:lnTo>
                  <a:lnTo>
                    <a:pt x="433832" y="1034041"/>
                  </a:lnTo>
                  <a:lnTo>
                    <a:pt x="431800" y="1029088"/>
                  </a:lnTo>
                  <a:lnTo>
                    <a:pt x="860425" y="857638"/>
                  </a:lnTo>
                  <a:lnTo>
                    <a:pt x="862457" y="862591"/>
                  </a:lnTo>
                  <a:lnTo>
                    <a:pt x="857123" y="862591"/>
                  </a:lnTo>
                  <a:lnTo>
                    <a:pt x="857123" y="5341"/>
                  </a:lnTo>
                  <a:lnTo>
                    <a:pt x="862457" y="5341"/>
                  </a:lnTo>
                  <a:lnTo>
                    <a:pt x="864489" y="10294"/>
                  </a:lnTo>
                  <a:lnTo>
                    <a:pt x="435864" y="181744"/>
                  </a:lnTo>
                  <a:cubicBezTo>
                    <a:pt x="434594" y="182252"/>
                    <a:pt x="433197" y="182252"/>
                    <a:pt x="431927" y="181744"/>
                  </a:cubicBezTo>
                  <a:lnTo>
                    <a:pt x="3302" y="10294"/>
                  </a:lnTo>
                  <a:lnTo>
                    <a:pt x="5334" y="5341"/>
                  </a:lnTo>
                  <a:lnTo>
                    <a:pt x="10668" y="5341"/>
                  </a:lnTo>
                  <a:lnTo>
                    <a:pt x="10668" y="862591"/>
                  </a:lnTo>
                  <a:lnTo>
                    <a:pt x="5334" y="862591"/>
                  </a:lnTo>
                  <a:lnTo>
                    <a:pt x="7366" y="857638"/>
                  </a:lnTo>
                  <a:moveTo>
                    <a:pt x="3429" y="867544"/>
                  </a:moveTo>
                  <a:cubicBezTo>
                    <a:pt x="1397" y="866782"/>
                    <a:pt x="0" y="864750"/>
                    <a:pt x="0" y="862591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1" y="171838"/>
                  </a:lnTo>
                  <a:lnTo>
                    <a:pt x="433959" y="176791"/>
                  </a:lnTo>
                  <a:lnTo>
                    <a:pt x="431927" y="171838"/>
                  </a:lnTo>
                  <a:lnTo>
                    <a:pt x="860552" y="388"/>
                  </a:lnTo>
                  <a:cubicBezTo>
                    <a:pt x="862203" y="-247"/>
                    <a:pt x="864108" y="-120"/>
                    <a:pt x="865505" y="896"/>
                  </a:cubicBezTo>
                  <a:cubicBezTo>
                    <a:pt x="866902" y="1912"/>
                    <a:pt x="867918" y="3563"/>
                    <a:pt x="867918" y="5341"/>
                  </a:cubicBezTo>
                  <a:lnTo>
                    <a:pt x="867918" y="862591"/>
                  </a:lnTo>
                  <a:cubicBezTo>
                    <a:pt x="867918" y="864750"/>
                    <a:pt x="866521" y="866782"/>
                    <a:pt x="864489" y="867544"/>
                  </a:cubicBezTo>
                  <a:lnTo>
                    <a:pt x="435864" y="1038994"/>
                  </a:lnTo>
                  <a:cubicBezTo>
                    <a:pt x="434594" y="1039502"/>
                    <a:pt x="433197" y="1039502"/>
                    <a:pt x="431927" y="1038994"/>
                  </a:cubicBezTo>
                  <a:lnTo>
                    <a:pt x="3302" y="867544"/>
                  </a:lnTo>
                  <a:close/>
                </a:path>
              </a:pathLst>
            </a:custGeom>
            <a:solidFill>
              <a:srgbClr val="F8EC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6"/>
          <p:cNvSpPr/>
          <p:nvPr/>
        </p:nvSpPr>
        <p:spPr>
          <a:xfrm>
            <a:off x="9580245" y="8529066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5" name="Google Shape;275;p6"/>
          <p:cNvSpPr txBox="1"/>
          <p:nvPr/>
        </p:nvSpPr>
        <p:spPr>
          <a:xfrm>
            <a:off x="702916" y="535943"/>
            <a:ext cx="588064" cy="19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600075" y="853059"/>
            <a:ext cx="449657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The Execution Engine</a:t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944175" y="1677200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278" name="Google Shape;278;p6"/>
          <p:cNvSpPr txBox="1"/>
          <p:nvPr/>
        </p:nvSpPr>
        <p:spPr>
          <a:xfrm>
            <a:off x="1628775" y="7077875"/>
            <a:ext cx="203676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Debug, pivot, and refine.</a:t>
            </a:r>
            <a:endParaRPr dirty="0"/>
          </a:p>
        </p:txBody>
      </p:sp>
      <p:sp>
        <p:nvSpPr>
          <p:cNvPr id="279" name="Google Shape;279;p6"/>
          <p:cNvSpPr txBox="1"/>
          <p:nvPr/>
        </p:nvSpPr>
        <p:spPr>
          <a:xfrm>
            <a:off x="1628775" y="5020475"/>
            <a:ext cx="238346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Clearly define project scope.</a:t>
            </a:r>
            <a:endParaRPr/>
          </a:p>
        </p:txBody>
      </p:sp>
      <p:sp>
        <p:nvSpPr>
          <p:cNvPr id="280" name="Google Shape;280;p6"/>
          <p:cNvSpPr txBox="1"/>
          <p:nvPr/>
        </p:nvSpPr>
        <p:spPr>
          <a:xfrm>
            <a:off x="1628775" y="8106575"/>
            <a:ext cx="2487158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Deliver a paper, demo, or tool.</a:t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1628775" y="2963075"/>
            <a:ext cx="2502075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Identify a compelling problem.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1628775" y="3991775"/>
            <a:ext cx="2706595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Dive deep into existing literature.</a:t>
            </a:r>
            <a:endParaRPr/>
          </a:p>
        </p:txBody>
      </p:sp>
      <p:sp>
        <p:nvSpPr>
          <p:cNvPr id="283" name="Google Shape;283;p6"/>
          <p:cNvSpPr txBox="1"/>
          <p:nvPr/>
        </p:nvSpPr>
        <p:spPr>
          <a:xfrm>
            <a:off x="1628775" y="6049175"/>
            <a:ext cx="72627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Implement your proposed solution. </a:t>
            </a:r>
            <a:r>
              <a:rPr lang="en-US" sz="13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If you need compute, request it much earlier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. You don’t want it to be a bottleneck.</a:t>
            </a:r>
            <a:endParaRPr/>
          </a:p>
        </p:txBody>
      </p:sp>
      <p:sp>
        <p:nvSpPr>
          <p:cNvPr id="284" name="Google Shape;284;p6"/>
          <p:cNvSpPr txBox="1"/>
          <p:nvPr/>
        </p:nvSpPr>
        <p:spPr>
          <a:xfrm>
            <a:off x="600075" y="1677200"/>
            <a:ext cx="92694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This phase focuses on a structured, repeatable workflow to transform your raw idea into a polished output. Maintain 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continuous feedback with your mentor throughout.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2C29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985838" y="2729255"/>
            <a:ext cx="87354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1</a:t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952348" y="3757955"/>
            <a:ext cx="15555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2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951462" y="4786655"/>
            <a:ext cx="157391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3</a:t>
            </a:r>
            <a:endParaRPr/>
          </a:p>
        </p:txBody>
      </p:sp>
      <p:sp>
        <p:nvSpPr>
          <p:cNvPr id="288" name="Google Shape;288;p6"/>
          <p:cNvSpPr txBox="1"/>
          <p:nvPr/>
        </p:nvSpPr>
        <p:spPr>
          <a:xfrm>
            <a:off x="950271" y="5815355"/>
            <a:ext cx="15975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4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951014" y="6844055"/>
            <a:ext cx="158439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5</a:t>
            </a:r>
            <a:endParaRPr/>
          </a:p>
        </p:txBody>
      </p:sp>
      <p:sp>
        <p:nvSpPr>
          <p:cNvPr id="290" name="Google Shape;290;p6"/>
          <p:cNvSpPr txBox="1"/>
          <p:nvPr/>
        </p:nvSpPr>
        <p:spPr>
          <a:xfrm>
            <a:off x="944756" y="7872755"/>
            <a:ext cx="171031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6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1628775" y="2555367"/>
            <a:ext cx="113934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Inspiration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1628775" y="3584067"/>
            <a:ext cx="121038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Exploration</a:t>
            </a:r>
            <a:endParaRPr/>
          </a:p>
        </p:txBody>
      </p:sp>
      <p:sp>
        <p:nvSpPr>
          <p:cNvPr id="293" name="Google Shape;293;p6"/>
          <p:cNvSpPr txBox="1"/>
          <p:nvPr/>
        </p:nvSpPr>
        <p:spPr>
          <a:xfrm>
            <a:off x="1628775" y="4612767"/>
            <a:ext cx="128230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Formulation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1628775" y="5641467"/>
            <a:ext cx="1044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Execution</a:t>
            </a:r>
            <a:endParaRPr/>
          </a:p>
        </p:txBody>
      </p:sp>
      <p:sp>
        <p:nvSpPr>
          <p:cNvPr id="295" name="Google Shape;295;p6"/>
          <p:cNvSpPr txBox="1"/>
          <p:nvPr/>
        </p:nvSpPr>
        <p:spPr>
          <a:xfrm>
            <a:off x="1628775" y="6670167"/>
            <a:ext cx="1044026" cy="36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 dirty="0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Iteration</a:t>
            </a:r>
            <a:endParaRPr dirty="0"/>
          </a:p>
        </p:txBody>
      </p:sp>
      <p:sp>
        <p:nvSpPr>
          <p:cNvPr id="296" name="Google Shape;296;p6"/>
          <p:cNvSpPr txBox="1"/>
          <p:nvPr/>
        </p:nvSpPr>
        <p:spPr>
          <a:xfrm>
            <a:off x="1628775" y="7698867"/>
            <a:ext cx="73253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Output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22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"/>
          <p:cNvSpPr/>
          <p:nvPr/>
        </p:nvSpPr>
        <p:spPr>
          <a:xfrm>
            <a:off x="0" y="996389"/>
            <a:ext cx="11430000" cy="7050024"/>
          </a:xfrm>
          <a:custGeom>
            <a:avLst/>
            <a:gdLst/>
            <a:ahLst/>
            <a:cxnLst/>
            <a:rect l="l" t="t" r="r" b="b"/>
            <a:pathLst>
              <a:path w="47625000" h="29368751" extrusionOk="0">
                <a:moveTo>
                  <a:pt x="47625000" y="0"/>
                </a:moveTo>
                <a:lnTo>
                  <a:pt x="47625000" y="29368751"/>
                </a:lnTo>
                <a:lnTo>
                  <a:pt x="0" y="29368751"/>
                </a:lnTo>
                <a:lnTo>
                  <a:pt x="0" y="0"/>
                </a:lnTo>
                <a:lnTo>
                  <a:pt x="47625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Google Shape;302;p7"/>
          <p:cNvSpPr/>
          <p:nvPr/>
        </p:nvSpPr>
        <p:spPr>
          <a:xfrm>
            <a:off x="0" y="996389"/>
            <a:ext cx="11430000" cy="7050024"/>
          </a:xfrm>
          <a:custGeom>
            <a:avLst/>
            <a:gdLst/>
            <a:ahLst/>
            <a:cxnLst/>
            <a:rect l="l" t="t" r="r" b="b"/>
            <a:pathLst>
              <a:path w="47625000" h="29368751" extrusionOk="0">
                <a:moveTo>
                  <a:pt x="47625000" y="0"/>
                </a:moveTo>
                <a:lnTo>
                  <a:pt x="47625000" y="29368751"/>
                </a:lnTo>
                <a:lnTo>
                  <a:pt x="0" y="29368751"/>
                </a:lnTo>
                <a:lnTo>
                  <a:pt x="0" y="0"/>
                </a:lnTo>
                <a:lnTo>
                  <a:pt x="47625000" y="0"/>
                </a:lnTo>
                <a:close/>
              </a:path>
            </a:pathLst>
          </a:custGeom>
          <a:solidFill>
            <a:srgbClr val="F5F5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Google Shape;303;p7"/>
          <p:cNvSpPr/>
          <p:nvPr/>
        </p:nvSpPr>
        <p:spPr>
          <a:xfrm>
            <a:off x="0" y="993343"/>
            <a:ext cx="11430000" cy="7056120"/>
          </a:xfrm>
          <a:custGeom>
            <a:avLst/>
            <a:gdLst/>
            <a:ahLst/>
            <a:cxnLst/>
            <a:rect l="l" t="t" r="r" b="b"/>
            <a:pathLst>
              <a:path w="15240000" h="9408160" extrusionOk="0">
                <a:moveTo>
                  <a:pt x="0" y="0"/>
                </a:moveTo>
                <a:lnTo>
                  <a:pt x="15240000" y="0"/>
                </a:lnTo>
                <a:lnTo>
                  <a:pt x="15240000" y="9408160"/>
                </a:lnTo>
                <a:lnTo>
                  <a:pt x="0" y="9408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Google Shape;304;p7"/>
          <p:cNvSpPr/>
          <p:nvPr/>
        </p:nvSpPr>
        <p:spPr>
          <a:xfrm>
            <a:off x="0" y="996391"/>
            <a:ext cx="11430000" cy="7050024"/>
          </a:xfrm>
          <a:custGeom>
            <a:avLst/>
            <a:gdLst/>
            <a:ahLst/>
            <a:cxnLst/>
            <a:rect l="l" t="t" r="r" b="b"/>
            <a:pathLst>
              <a:path w="15240000" h="9400032" extrusionOk="0">
                <a:moveTo>
                  <a:pt x="0" y="0"/>
                </a:moveTo>
                <a:lnTo>
                  <a:pt x="15240000" y="0"/>
                </a:lnTo>
                <a:lnTo>
                  <a:pt x="15240000" y="9400032"/>
                </a:lnTo>
                <a:lnTo>
                  <a:pt x="0" y="9400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Google Shape;305;p7"/>
          <p:cNvSpPr/>
          <p:nvPr/>
        </p:nvSpPr>
        <p:spPr>
          <a:xfrm>
            <a:off x="69447" y="996389"/>
            <a:ext cx="11430000" cy="7050024"/>
          </a:xfrm>
          <a:custGeom>
            <a:avLst/>
            <a:gdLst/>
            <a:ahLst/>
            <a:cxnLst/>
            <a:rect l="l" t="t" r="r" b="b"/>
            <a:pathLst>
              <a:path w="47625000" h="29368751" extrusionOk="0">
                <a:moveTo>
                  <a:pt x="47625000" y="0"/>
                </a:moveTo>
                <a:lnTo>
                  <a:pt x="47625000" y="29368751"/>
                </a:lnTo>
                <a:lnTo>
                  <a:pt x="0" y="29368751"/>
                </a:lnTo>
                <a:lnTo>
                  <a:pt x="0" y="0"/>
                </a:lnTo>
                <a:lnTo>
                  <a:pt x="47625000" y="0"/>
                </a:lnTo>
                <a:close/>
              </a:path>
            </a:pathLst>
          </a:custGeom>
          <a:solidFill>
            <a:srgbClr val="FFFFFF">
              <a:alpha val="9451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Google Shape;306;p7"/>
          <p:cNvSpPr/>
          <p:nvPr/>
        </p:nvSpPr>
        <p:spPr>
          <a:xfrm>
            <a:off x="-685800" y="996415"/>
            <a:ext cx="21336" cy="4477511"/>
          </a:xfrm>
          <a:custGeom>
            <a:avLst/>
            <a:gdLst/>
            <a:ahLst/>
            <a:cxnLst/>
            <a:rect l="l" t="t" r="r" b="b"/>
            <a:pathLst>
              <a:path w="79375" h="18653122" extrusionOk="0">
                <a:moveTo>
                  <a:pt x="0" y="18613434"/>
                </a:moveTo>
                <a:lnTo>
                  <a:pt x="0" y="39688"/>
                </a:lnTo>
                <a:cubicBezTo>
                  <a:pt x="0" y="28740"/>
                  <a:pt x="3860" y="19368"/>
                  <a:pt x="11646" y="11646"/>
                </a:cubicBezTo>
                <a:cubicBezTo>
                  <a:pt x="19368" y="3861"/>
                  <a:pt x="28739" y="0"/>
                  <a:pt x="39688" y="0"/>
                </a:cubicBezTo>
                <a:cubicBezTo>
                  <a:pt x="50648" y="0"/>
                  <a:pt x="60007" y="3861"/>
                  <a:pt x="67729" y="11646"/>
                </a:cubicBezTo>
                <a:cubicBezTo>
                  <a:pt x="75515" y="19368"/>
                  <a:pt x="79375" y="28740"/>
                  <a:pt x="79375" y="39688"/>
                </a:cubicBezTo>
                <a:lnTo>
                  <a:pt x="79375" y="18613434"/>
                </a:lnTo>
                <a:cubicBezTo>
                  <a:pt x="79375" y="18624395"/>
                  <a:pt x="75515" y="18633743"/>
                  <a:pt x="67729" y="18641489"/>
                </a:cubicBezTo>
                <a:cubicBezTo>
                  <a:pt x="60007" y="18649237"/>
                  <a:pt x="50648" y="18653109"/>
                  <a:pt x="39688" y="18653122"/>
                </a:cubicBezTo>
                <a:cubicBezTo>
                  <a:pt x="28739" y="18653109"/>
                  <a:pt x="19368" y="18649237"/>
                  <a:pt x="11646" y="18641489"/>
                </a:cubicBezTo>
                <a:cubicBezTo>
                  <a:pt x="3860" y="18633743"/>
                  <a:pt x="0" y="18624395"/>
                  <a:pt x="0" y="18613434"/>
                </a:cubicBezTo>
                <a:close/>
              </a:path>
            </a:pathLst>
          </a:cu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-8114" y="653110"/>
            <a:ext cx="515112" cy="21336"/>
          </a:xfrm>
          <a:custGeom>
            <a:avLst/>
            <a:gdLst/>
            <a:ahLst/>
            <a:cxnLst/>
            <a:rect l="l" t="t" r="r" b="b"/>
            <a:pathLst>
              <a:path w="2143125" h="79375" extrusionOk="0">
                <a:moveTo>
                  <a:pt x="0" y="39688"/>
                </a:moveTo>
                <a:cubicBezTo>
                  <a:pt x="0" y="28740"/>
                  <a:pt x="3860" y="19368"/>
                  <a:pt x="11646" y="11646"/>
                </a:cubicBezTo>
                <a:cubicBezTo>
                  <a:pt x="19368" y="3861"/>
                  <a:pt x="28739" y="0"/>
                  <a:pt x="39688" y="0"/>
                </a:cubicBezTo>
                <a:lnTo>
                  <a:pt x="2103438" y="0"/>
                </a:lnTo>
                <a:cubicBezTo>
                  <a:pt x="2114398" y="0"/>
                  <a:pt x="2123757" y="3861"/>
                  <a:pt x="2131479" y="11646"/>
                </a:cubicBezTo>
                <a:cubicBezTo>
                  <a:pt x="2139265" y="19368"/>
                  <a:pt x="2143125" y="28740"/>
                  <a:pt x="2143125" y="39688"/>
                </a:cubicBezTo>
                <a:cubicBezTo>
                  <a:pt x="2143125" y="50647"/>
                  <a:pt x="2139265" y="60007"/>
                  <a:pt x="2131479" y="67729"/>
                </a:cubicBezTo>
                <a:cubicBezTo>
                  <a:pt x="2123757" y="75514"/>
                  <a:pt x="2114398" y="79375"/>
                  <a:pt x="2103438" y="79375"/>
                </a:cubicBezTo>
                <a:lnTo>
                  <a:pt x="39688" y="79375"/>
                </a:lnTo>
                <a:cubicBezTo>
                  <a:pt x="28739" y="79375"/>
                  <a:pt x="19368" y="75514"/>
                  <a:pt x="11646" y="67729"/>
                </a:cubicBezTo>
                <a:cubicBezTo>
                  <a:pt x="3860" y="60007"/>
                  <a:pt x="0" y="50647"/>
                  <a:pt x="0" y="39688"/>
                </a:cubicBezTo>
                <a:close/>
              </a:path>
            </a:pathLst>
          </a:cu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5650335" y="3799513"/>
            <a:ext cx="134112" cy="134112"/>
          </a:xfrm>
          <a:custGeom>
            <a:avLst/>
            <a:gdLst/>
            <a:ahLst/>
            <a:cxnLst/>
            <a:rect l="l" t="t" r="r" b="b"/>
            <a:pathLst>
              <a:path w="134112" h="134112" extrusionOk="0">
                <a:moveTo>
                  <a:pt x="0" y="0"/>
                </a:moveTo>
                <a:lnTo>
                  <a:pt x="134112" y="0"/>
                </a:lnTo>
                <a:lnTo>
                  <a:pt x="134112" y="134112"/>
                </a:lnTo>
                <a:lnTo>
                  <a:pt x="0" y="134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Google Shape;309;p7"/>
          <p:cNvSpPr/>
          <p:nvPr/>
        </p:nvSpPr>
        <p:spPr>
          <a:xfrm>
            <a:off x="583883" y="3076461"/>
            <a:ext cx="4632960" cy="1584960"/>
          </a:xfrm>
          <a:custGeom>
            <a:avLst/>
            <a:gdLst/>
            <a:ahLst/>
            <a:cxnLst/>
            <a:rect l="l" t="t" r="r" b="b"/>
            <a:pathLst>
              <a:path w="4632960" h="1584960" extrusionOk="0">
                <a:moveTo>
                  <a:pt x="0" y="0"/>
                </a:moveTo>
                <a:lnTo>
                  <a:pt x="4632960" y="0"/>
                </a:lnTo>
                <a:lnTo>
                  <a:pt x="4632960" y="1584960"/>
                </a:lnTo>
                <a:lnTo>
                  <a:pt x="0" y="1584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7"/>
          <p:cNvSpPr/>
          <p:nvPr/>
        </p:nvSpPr>
        <p:spPr>
          <a:xfrm>
            <a:off x="-8819" y="529666"/>
            <a:ext cx="515112" cy="21336"/>
          </a:xfrm>
          <a:custGeom>
            <a:avLst/>
            <a:gdLst/>
            <a:ahLst/>
            <a:cxnLst/>
            <a:rect l="l" t="t" r="r" b="b"/>
            <a:pathLst>
              <a:path w="2143125" h="79375" extrusionOk="0">
                <a:moveTo>
                  <a:pt x="0" y="39688"/>
                </a:moveTo>
                <a:cubicBezTo>
                  <a:pt x="0" y="28739"/>
                  <a:pt x="3860" y="19368"/>
                  <a:pt x="11646" y="11646"/>
                </a:cubicBezTo>
                <a:cubicBezTo>
                  <a:pt x="19368" y="3860"/>
                  <a:pt x="28739" y="0"/>
                  <a:pt x="39688" y="0"/>
                </a:cubicBezTo>
                <a:lnTo>
                  <a:pt x="2103438" y="0"/>
                </a:lnTo>
                <a:cubicBezTo>
                  <a:pt x="2114398" y="0"/>
                  <a:pt x="2123757" y="3860"/>
                  <a:pt x="2131479" y="11646"/>
                </a:cubicBezTo>
                <a:cubicBezTo>
                  <a:pt x="2139265" y="19368"/>
                  <a:pt x="2143125" y="28739"/>
                  <a:pt x="2143125" y="39688"/>
                </a:cubicBezTo>
                <a:cubicBezTo>
                  <a:pt x="2143125" y="50648"/>
                  <a:pt x="2139265" y="60007"/>
                  <a:pt x="2131479" y="67729"/>
                </a:cubicBezTo>
                <a:cubicBezTo>
                  <a:pt x="2123757" y="75515"/>
                  <a:pt x="2114398" y="79375"/>
                  <a:pt x="2103438" y="79375"/>
                </a:cubicBezTo>
                <a:lnTo>
                  <a:pt x="39688" y="79375"/>
                </a:lnTo>
                <a:cubicBezTo>
                  <a:pt x="28739" y="79375"/>
                  <a:pt x="19368" y="75515"/>
                  <a:pt x="11646" y="67729"/>
                </a:cubicBezTo>
                <a:cubicBezTo>
                  <a:pt x="3860" y="60007"/>
                  <a:pt x="0" y="50648"/>
                  <a:pt x="0" y="39688"/>
                </a:cubicBezTo>
                <a:close/>
              </a:path>
            </a:pathLst>
          </a:cu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5650335" y="4828213"/>
            <a:ext cx="134112" cy="134112"/>
          </a:xfrm>
          <a:custGeom>
            <a:avLst/>
            <a:gdLst/>
            <a:ahLst/>
            <a:cxnLst/>
            <a:rect l="l" t="t" r="r" b="b"/>
            <a:pathLst>
              <a:path w="134112" h="134112" extrusionOk="0">
                <a:moveTo>
                  <a:pt x="0" y="0"/>
                </a:moveTo>
                <a:lnTo>
                  <a:pt x="134112" y="0"/>
                </a:lnTo>
                <a:lnTo>
                  <a:pt x="134112" y="134112"/>
                </a:lnTo>
                <a:lnTo>
                  <a:pt x="0" y="134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7"/>
          <p:cNvSpPr/>
          <p:nvPr/>
        </p:nvSpPr>
        <p:spPr>
          <a:xfrm>
            <a:off x="6213158" y="4105161"/>
            <a:ext cx="4632960" cy="1584960"/>
          </a:xfrm>
          <a:custGeom>
            <a:avLst/>
            <a:gdLst/>
            <a:ahLst/>
            <a:cxnLst/>
            <a:rect l="l" t="t" r="r" b="b"/>
            <a:pathLst>
              <a:path w="4632960" h="1584960" extrusionOk="0">
                <a:moveTo>
                  <a:pt x="0" y="0"/>
                </a:moveTo>
                <a:lnTo>
                  <a:pt x="4632960" y="0"/>
                </a:lnTo>
                <a:lnTo>
                  <a:pt x="4632960" y="1584960"/>
                </a:lnTo>
                <a:lnTo>
                  <a:pt x="0" y="1584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3" name="Google Shape;313;p7"/>
          <p:cNvSpPr/>
          <p:nvPr/>
        </p:nvSpPr>
        <p:spPr>
          <a:xfrm>
            <a:off x="-8114" y="415366"/>
            <a:ext cx="515112" cy="21336"/>
          </a:xfrm>
          <a:custGeom>
            <a:avLst/>
            <a:gdLst/>
            <a:ahLst/>
            <a:cxnLst/>
            <a:rect l="l" t="t" r="r" b="b"/>
            <a:pathLst>
              <a:path w="2143125" h="79375" extrusionOk="0">
                <a:moveTo>
                  <a:pt x="0" y="39688"/>
                </a:moveTo>
                <a:cubicBezTo>
                  <a:pt x="0" y="28739"/>
                  <a:pt x="3860" y="19368"/>
                  <a:pt x="11646" y="11646"/>
                </a:cubicBezTo>
                <a:cubicBezTo>
                  <a:pt x="19368" y="3860"/>
                  <a:pt x="28739" y="0"/>
                  <a:pt x="39688" y="0"/>
                </a:cubicBezTo>
                <a:lnTo>
                  <a:pt x="2103438" y="0"/>
                </a:lnTo>
                <a:cubicBezTo>
                  <a:pt x="2114398" y="0"/>
                  <a:pt x="2123757" y="3860"/>
                  <a:pt x="2131479" y="11646"/>
                </a:cubicBezTo>
                <a:cubicBezTo>
                  <a:pt x="2139265" y="19368"/>
                  <a:pt x="2143125" y="28739"/>
                  <a:pt x="2143125" y="39688"/>
                </a:cubicBezTo>
                <a:cubicBezTo>
                  <a:pt x="2143125" y="50648"/>
                  <a:pt x="2139265" y="60007"/>
                  <a:pt x="2131479" y="67729"/>
                </a:cubicBezTo>
                <a:cubicBezTo>
                  <a:pt x="2123757" y="75515"/>
                  <a:pt x="2114398" y="79375"/>
                  <a:pt x="2103438" y="79375"/>
                </a:cubicBezTo>
                <a:lnTo>
                  <a:pt x="39688" y="79375"/>
                </a:lnTo>
                <a:cubicBezTo>
                  <a:pt x="28739" y="79375"/>
                  <a:pt x="19368" y="75515"/>
                  <a:pt x="11646" y="67729"/>
                </a:cubicBezTo>
                <a:cubicBezTo>
                  <a:pt x="3860" y="60007"/>
                  <a:pt x="0" y="50648"/>
                  <a:pt x="0" y="39688"/>
                </a:cubicBezTo>
                <a:close/>
              </a:path>
            </a:pathLst>
          </a:cu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5650335" y="5780713"/>
            <a:ext cx="134112" cy="134112"/>
          </a:xfrm>
          <a:custGeom>
            <a:avLst/>
            <a:gdLst/>
            <a:ahLst/>
            <a:cxnLst/>
            <a:rect l="l" t="t" r="r" b="b"/>
            <a:pathLst>
              <a:path w="134112" h="134112" extrusionOk="0">
                <a:moveTo>
                  <a:pt x="0" y="0"/>
                </a:moveTo>
                <a:lnTo>
                  <a:pt x="134112" y="0"/>
                </a:lnTo>
                <a:lnTo>
                  <a:pt x="134112" y="134112"/>
                </a:lnTo>
                <a:lnTo>
                  <a:pt x="0" y="134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7"/>
          <p:cNvSpPr/>
          <p:nvPr/>
        </p:nvSpPr>
        <p:spPr>
          <a:xfrm>
            <a:off x="583883" y="5048326"/>
            <a:ext cx="4632960" cy="1594104"/>
          </a:xfrm>
          <a:custGeom>
            <a:avLst/>
            <a:gdLst/>
            <a:ahLst/>
            <a:cxnLst/>
            <a:rect l="l" t="t" r="r" b="b"/>
            <a:pathLst>
              <a:path w="4632960" h="1594104" extrusionOk="0">
                <a:moveTo>
                  <a:pt x="0" y="0"/>
                </a:moveTo>
                <a:lnTo>
                  <a:pt x="4632960" y="0"/>
                </a:lnTo>
                <a:lnTo>
                  <a:pt x="4632960" y="1594104"/>
                </a:lnTo>
                <a:lnTo>
                  <a:pt x="0" y="1594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7"/>
          <p:cNvSpPr/>
          <p:nvPr/>
        </p:nvSpPr>
        <p:spPr>
          <a:xfrm>
            <a:off x="-8819" y="301063"/>
            <a:ext cx="515112" cy="21336"/>
          </a:xfrm>
          <a:custGeom>
            <a:avLst/>
            <a:gdLst/>
            <a:ahLst/>
            <a:cxnLst/>
            <a:rect l="l" t="t" r="r" b="b"/>
            <a:pathLst>
              <a:path w="2143125" h="79375" extrusionOk="0">
                <a:moveTo>
                  <a:pt x="0" y="39687"/>
                </a:moveTo>
                <a:cubicBezTo>
                  <a:pt x="0" y="28714"/>
                  <a:pt x="3860" y="19368"/>
                  <a:pt x="11646" y="11621"/>
                </a:cubicBezTo>
                <a:cubicBezTo>
                  <a:pt x="19368" y="3874"/>
                  <a:pt x="28739" y="0"/>
                  <a:pt x="39688" y="0"/>
                </a:cubicBezTo>
                <a:lnTo>
                  <a:pt x="2103438" y="0"/>
                </a:lnTo>
                <a:cubicBezTo>
                  <a:pt x="2114398" y="0"/>
                  <a:pt x="2123757" y="3874"/>
                  <a:pt x="2131479" y="11621"/>
                </a:cubicBezTo>
                <a:cubicBezTo>
                  <a:pt x="2139265" y="19368"/>
                  <a:pt x="2143125" y="28714"/>
                  <a:pt x="2143125" y="39687"/>
                </a:cubicBezTo>
                <a:cubicBezTo>
                  <a:pt x="2143125" y="50648"/>
                  <a:pt x="2139265" y="59994"/>
                  <a:pt x="2131479" y="67741"/>
                </a:cubicBezTo>
                <a:cubicBezTo>
                  <a:pt x="2123757" y="75488"/>
                  <a:pt x="2114398" y="79375"/>
                  <a:pt x="2103438" y="79375"/>
                </a:cubicBezTo>
                <a:lnTo>
                  <a:pt x="39688" y="79375"/>
                </a:lnTo>
                <a:cubicBezTo>
                  <a:pt x="28739" y="79375"/>
                  <a:pt x="19368" y="75488"/>
                  <a:pt x="11646" y="67741"/>
                </a:cubicBezTo>
                <a:cubicBezTo>
                  <a:pt x="3860" y="59994"/>
                  <a:pt x="0" y="50648"/>
                  <a:pt x="0" y="39687"/>
                </a:cubicBezTo>
                <a:close/>
              </a:path>
            </a:pathLst>
          </a:cu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5650335" y="6733013"/>
            <a:ext cx="134112" cy="124968"/>
          </a:xfrm>
          <a:custGeom>
            <a:avLst/>
            <a:gdLst/>
            <a:ahLst/>
            <a:cxnLst/>
            <a:rect l="l" t="t" r="r" b="b"/>
            <a:pathLst>
              <a:path w="178816" h="166624" extrusionOk="0">
                <a:moveTo>
                  <a:pt x="0" y="0"/>
                </a:moveTo>
                <a:lnTo>
                  <a:pt x="178816" y="0"/>
                </a:lnTo>
                <a:lnTo>
                  <a:pt x="178816" y="166624"/>
                </a:lnTo>
                <a:lnTo>
                  <a:pt x="0" y="166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8" name="Google Shape;318;p7"/>
          <p:cNvSpPr/>
          <p:nvPr/>
        </p:nvSpPr>
        <p:spPr>
          <a:xfrm>
            <a:off x="6213158" y="6000636"/>
            <a:ext cx="4632960" cy="1584960"/>
          </a:xfrm>
          <a:custGeom>
            <a:avLst/>
            <a:gdLst/>
            <a:ahLst/>
            <a:cxnLst/>
            <a:rect l="l" t="t" r="r" b="b"/>
            <a:pathLst>
              <a:path w="4632960" h="1584960" extrusionOk="0">
                <a:moveTo>
                  <a:pt x="0" y="0"/>
                </a:moveTo>
                <a:lnTo>
                  <a:pt x="4632960" y="0"/>
                </a:lnTo>
                <a:lnTo>
                  <a:pt x="4632960" y="1584960"/>
                </a:lnTo>
                <a:lnTo>
                  <a:pt x="0" y="1584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9" name="Google Shape;319;p7"/>
          <p:cNvSpPr/>
          <p:nvPr/>
        </p:nvSpPr>
        <p:spPr>
          <a:xfrm>
            <a:off x="9579674" y="7532065"/>
            <a:ext cx="1755648" cy="420624"/>
          </a:xfrm>
          <a:custGeom>
            <a:avLst/>
            <a:gdLst/>
            <a:ahLst/>
            <a:cxnLst/>
            <a:rect l="l" t="t" r="r" b="b"/>
            <a:pathLst>
              <a:path w="2340864" h="560832" extrusionOk="0">
                <a:moveTo>
                  <a:pt x="0" y="0"/>
                </a:moveTo>
                <a:lnTo>
                  <a:pt x="2340864" y="0"/>
                </a:lnTo>
                <a:lnTo>
                  <a:pt x="2340864" y="560832"/>
                </a:lnTo>
                <a:lnTo>
                  <a:pt x="0" y="560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0" name="Google Shape;320;p7"/>
          <p:cNvSpPr txBox="1"/>
          <p:nvPr/>
        </p:nvSpPr>
        <p:spPr>
          <a:xfrm>
            <a:off x="600075" y="1459687"/>
            <a:ext cx="9029358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 dirty="0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Connecting Your Work to Your Grade</a:t>
            </a:r>
            <a:endParaRPr dirty="0"/>
          </a:p>
        </p:txBody>
      </p:sp>
      <p:sp>
        <p:nvSpPr>
          <p:cNvPr id="321" name="Google Shape;321;p7"/>
          <p:cNvSpPr txBox="1"/>
          <p:nvPr/>
        </p:nvSpPr>
        <p:spPr>
          <a:xfrm>
            <a:off x="1169375" y="2369553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4258123" y="5228920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23" name="Google Shape;323;p7"/>
          <p:cNvSpPr txBox="1"/>
          <p:nvPr/>
        </p:nvSpPr>
        <p:spPr>
          <a:xfrm>
            <a:off x="890435" y="5608053"/>
            <a:ext cx="4260961" cy="53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comprehensive document including an executive abstract, structured academic sections, and key </a:t>
            </a:r>
            <a:endParaRPr/>
          </a:p>
        </p:txBody>
      </p:sp>
      <p:sp>
        <p:nvSpPr>
          <p:cNvPr id="324" name="Google Shape;324;p7"/>
          <p:cNvSpPr txBox="1"/>
          <p:nvPr/>
        </p:nvSpPr>
        <p:spPr>
          <a:xfrm>
            <a:off x="3119876" y="6189078"/>
            <a:ext cx="1937718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visuals. (40% of grade)</a:t>
            </a:r>
            <a:endParaRPr/>
          </a:p>
        </p:txBody>
      </p:sp>
      <p:sp>
        <p:nvSpPr>
          <p:cNvPr id="325" name="Google Shape;325;p7"/>
          <p:cNvSpPr txBox="1"/>
          <p:nvPr/>
        </p:nvSpPr>
        <p:spPr>
          <a:xfrm>
            <a:off x="4050068" y="3257245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26" name="Google Shape;326;p7"/>
          <p:cNvSpPr txBox="1"/>
          <p:nvPr/>
        </p:nvSpPr>
        <p:spPr>
          <a:xfrm>
            <a:off x="818550" y="3636378"/>
            <a:ext cx="4334285" cy="520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Detail your topic, conduct a literature review, outline your baseline model, and clearly define team roles. 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3398482" y="4207878"/>
            <a:ext cx="1653397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(Strict 2-page limit)</a:t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>
            <a:off x="7296502" y="4285945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29" name="Google Shape;329;p7"/>
          <p:cNvSpPr txBox="1"/>
          <p:nvPr/>
        </p:nvSpPr>
        <p:spPr>
          <a:xfrm>
            <a:off x="6410325" y="4665078"/>
            <a:ext cx="4161082" cy="79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Present an enhanced literature review, showcase your implemented baseline with initial results, and outline individual contributions for accountability.</a:t>
            </a:r>
            <a:endParaRPr/>
          </a:p>
        </p:txBody>
      </p:sp>
      <p:sp>
        <p:nvSpPr>
          <p:cNvPr id="330" name="Google Shape;330;p7"/>
          <p:cNvSpPr txBox="1"/>
          <p:nvPr/>
        </p:nvSpPr>
        <p:spPr>
          <a:xfrm>
            <a:off x="6906673" y="6181420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31" name="Google Shape;331;p7"/>
          <p:cNvSpPr txBox="1"/>
          <p:nvPr/>
        </p:nvSpPr>
        <p:spPr>
          <a:xfrm>
            <a:off x="6410325" y="6560553"/>
            <a:ext cx="4169731" cy="80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concise 5-minute video detailing your problem, implementation, comparison, and results. (35% of grade)</a:t>
            </a:r>
            <a:endParaRPr/>
          </a:p>
        </p:txBody>
      </p:sp>
      <p:sp>
        <p:nvSpPr>
          <p:cNvPr id="332" name="Google Shape;332;p7"/>
          <p:cNvSpPr txBox="1"/>
          <p:nvPr/>
        </p:nvSpPr>
        <p:spPr>
          <a:xfrm>
            <a:off x="600075" y="2369553"/>
            <a:ext cx="100554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Project deliverables serve as crucial milestones, marking your progress through the workflow and contributing directly to your 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final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evaluation.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2C29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3761775" y="5228920"/>
            <a:ext cx="12831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Final Report</a:t>
            </a:r>
            <a:endParaRPr/>
          </a:p>
        </p:txBody>
      </p:sp>
      <p:sp>
        <p:nvSpPr>
          <p:cNvPr id="334" name="Google Shape;334;p7"/>
          <p:cNvSpPr txBox="1"/>
          <p:nvPr/>
        </p:nvSpPr>
        <p:spPr>
          <a:xfrm>
            <a:off x="3309185" y="3257245"/>
            <a:ext cx="174463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Project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Proposal</a:t>
            </a:r>
            <a:endParaRPr/>
          </a:p>
        </p:txBody>
      </p:sp>
      <p:sp>
        <p:nvSpPr>
          <p:cNvPr id="335" name="Google Shape;335;p7"/>
          <p:cNvSpPr txBox="1"/>
          <p:nvPr/>
        </p:nvSpPr>
        <p:spPr>
          <a:xfrm>
            <a:off x="6410325" y="6181420"/>
            <a:ext cx="11590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Final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Video</a:t>
            </a:r>
            <a:endParaRPr/>
          </a:p>
        </p:txBody>
      </p:sp>
      <p:sp>
        <p:nvSpPr>
          <p:cNvPr id="336" name="Google Shape;336;p7"/>
          <p:cNvSpPr txBox="1"/>
          <p:nvPr/>
        </p:nvSpPr>
        <p:spPr>
          <a:xfrm>
            <a:off x="6410325" y="4285945"/>
            <a:ext cx="168057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Midterm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Report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3412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8"/>
          <p:cNvGrpSpPr/>
          <p:nvPr/>
        </p:nvGrpSpPr>
        <p:grpSpPr>
          <a:xfrm>
            <a:off x="-3" y="1219256"/>
            <a:ext cx="11429997" cy="6600823"/>
            <a:chOff x="63500" y="63500"/>
            <a:chExt cx="11430000" cy="6600826"/>
          </a:xfrm>
        </p:grpSpPr>
        <p:sp>
          <p:nvSpPr>
            <p:cNvPr id="342" name="Google Shape;342;p8"/>
            <p:cNvSpPr/>
            <p:nvPr/>
          </p:nvSpPr>
          <p:spPr>
            <a:xfrm>
              <a:off x="63500" y="63500"/>
              <a:ext cx="11430000" cy="6600826"/>
            </a:xfrm>
            <a:custGeom>
              <a:avLst/>
              <a:gdLst/>
              <a:ahLst/>
              <a:cxnLst/>
              <a:rect l="l" t="t" r="r" b="b"/>
              <a:pathLst>
                <a:path w="11430000" h="6600826" extrusionOk="0">
                  <a:moveTo>
                    <a:pt x="0" y="0"/>
                  </a:moveTo>
                  <a:lnTo>
                    <a:pt x="0" y="6600826"/>
                  </a:lnTo>
                  <a:lnTo>
                    <a:pt x="11430000" y="66008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63500" y="63500"/>
              <a:ext cx="11430000" cy="6600826"/>
            </a:xfrm>
            <a:custGeom>
              <a:avLst/>
              <a:gdLst/>
              <a:ahLst/>
              <a:cxnLst/>
              <a:rect l="l" t="t" r="r" b="b"/>
              <a:pathLst>
                <a:path w="11430000" h="6600826" extrusionOk="0">
                  <a:moveTo>
                    <a:pt x="0" y="0"/>
                  </a:moveTo>
                  <a:lnTo>
                    <a:pt x="0" y="6600826"/>
                  </a:lnTo>
                  <a:lnTo>
                    <a:pt x="11430000" y="66008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4" name="Google Shape;344;p8"/>
          <p:cNvSpPr/>
          <p:nvPr/>
        </p:nvSpPr>
        <p:spPr>
          <a:xfrm>
            <a:off x="0" y="1219259"/>
            <a:ext cx="11430000" cy="6600825"/>
          </a:xfrm>
          <a:custGeom>
            <a:avLst/>
            <a:gdLst/>
            <a:ahLst/>
            <a:cxnLst/>
            <a:rect l="l" t="t" r="r" b="b"/>
            <a:pathLst>
              <a:path w="15240000" h="8801100" extrusionOk="0">
                <a:moveTo>
                  <a:pt x="0" y="0"/>
                </a:moveTo>
                <a:lnTo>
                  <a:pt x="15240000" y="0"/>
                </a:lnTo>
                <a:lnTo>
                  <a:pt x="15240000" y="8801100"/>
                </a:lnTo>
                <a:lnTo>
                  <a:pt x="0" y="8801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3" b="-5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5" name="Google Shape;345;p8"/>
          <p:cNvSpPr/>
          <p:nvPr/>
        </p:nvSpPr>
        <p:spPr>
          <a:xfrm>
            <a:off x="0" y="1219258"/>
            <a:ext cx="11430000" cy="6600825"/>
          </a:xfrm>
          <a:custGeom>
            <a:avLst/>
            <a:gdLst/>
            <a:ahLst/>
            <a:cxnLst/>
            <a:rect l="l" t="t" r="r" b="b"/>
            <a:pathLst>
              <a:path w="15240000" h="8801100" extrusionOk="0">
                <a:moveTo>
                  <a:pt x="0" y="0"/>
                </a:moveTo>
                <a:lnTo>
                  <a:pt x="15240000" y="0"/>
                </a:lnTo>
                <a:lnTo>
                  <a:pt x="15240000" y="8801100"/>
                </a:lnTo>
                <a:lnTo>
                  <a:pt x="0" y="8801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6" name="Google Shape;346;p8"/>
          <p:cNvSpPr/>
          <p:nvPr/>
        </p:nvSpPr>
        <p:spPr>
          <a:xfrm>
            <a:off x="-63503" y="1155756"/>
            <a:ext cx="11556997" cy="6727822"/>
          </a:xfrm>
          <a:custGeom>
            <a:avLst/>
            <a:gdLst/>
            <a:ahLst/>
            <a:cxnLst/>
            <a:rect l="l" t="t" r="r" b="b"/>
            <a:pathLst>
              <a:path w="11556997" h="6727822" extrusionOk="0">
                <a:moveTo>
                  <a:pt x="0" y="0"/>
                </a:moveTo>
                <a:lnTo>
                  <a:pt x="11556997" y="0"/>
                </a:lnTo>
                <a:lnTo>
                  <a:pt x="11556997" y="6727821"/>
                </a:lnTo>
                <a:lnTo>
                  <a:pt x="0" y="6727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7" name="Google Shape;347;p8"/>
          <p:cNvSpPr/>
          <p:nvPr/>
        </p:nvSpPr>
        <p:spPr>
          <a:xfrm>
            <a:off x="9580245" y="7309925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8" name="Google Shape;348;p8"/>
          <p:cNvSpPr txBox="1"/>
          <p:nvPr/>
        </p:nvSpPr>
        <p:spPr>
          <a:xfrm>
            <a:off x="600075" y="1681793"/>
            <a:ext cx="652169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Run Your Project Like a Startup</a:t>
            </a:r>
            <a:endParaRPr/>
          </a:p>
        </p:txBody>
      </p:sp>
      <p:sp>
        <p:nvSpPr>
          <p:cNvPr id="349" name="Google Shape;349;p8"/>
          <p:cNvSpPr txBox="1"/>
          <p:nvPr/>
        </p:nvSpPr>
        <p:spPr>
          <a:xfrm>
            <a:off x="1063666" y="2591659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1487519" y="3984176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51" name="Google Shape;351;p8"/>
          <p:cNvSpPr txBox="1"/>
          <p:nvPr/>
        </p:nvSpPr>
        <p:spPr>
          <a:xfrm>
            <a:off x="790575" y="4363309"/>
            <a:ext cx="2532517" cy="79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Decide who leads, writes, and codes. Own your tasks and responsibilities.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1263139" y="6222551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53" name="Google Shape;353;p8"/>
          <p:cNvSpPr txBox="1"/>
          <p:nvPr/>
        </p:nvSpPr>
        <p:spPr>
          <a:xfrm>
            <a:off x="790575" y="6601684"/>
            <a:ext cx="4625445" cy="53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Utilize a single, consistent workspace or platform for all project-related materials.</a:t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4781664" y="3984176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4257675" y="4363309"/>
            <a:ext cx="2740333" cy="79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The sooner you begin, the faster you can identify challenges and learn from them.</a:t>
            </a:r>
            <a:endParaRPr/>
          </a:p>
        </p:txBody>
      </p:sp>
      <p:sp>
        <p:nvSpPr>
          <p:cNvPr id="356" name="Google Shape;356;p8"/>
          <p:cNvSpPr txBox="1"/>
          <p:nvPr/>
        </p:nvSpPr>
        <p:spPr>
          <a:xfrm>
            <a:off x="5991225" y="6601684"/>
            <a:ext cx="4355821" cy="53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Silence often leads to more problems than open disagreement. Keep communication channels active.</a:t>
            </a:r>
            <a:endParaRPr/>
          </a:p>
        </p:txBody>
      </p:sp>
      <p:sp>
        <p:nvSpPr>
          <p:cNvPr id="357" name="Google Shape;357;p8"/>
          <p:cNvSpPr txBox="1"/>
          <p:nvPr/>
        </p:nvSpPr>
        <p:spPr>
          <a:xfrm>
            <a:off x="8070247" y="3984176"/>
            <a:ext cx="5202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endParaRPr/>
          </a:p>
        </p:txBody>
      </p:sp>
      <p:sp>
        <p:nvSpPr>
          <p:cNvPr id="358" name="Google Shape;358;p8"/>
          <p:cNvSpPr txBox="1"/>
          <p:nvPr/>
        </p:nvSpPr>
        <p:spPr>
          <a:xfrm>
            <a:off x="7724775" y="4363309"/>
            <a:ext cx="2626500" cy="79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Prevent last-minute panic by establishing mini-deadlines throughout the project lifecycle.</a:t>
            </a:r>
            <a:endParaRPr/>
          </a:p>
        </p:txBody>
      </p:sp>
      <p:sp>
        <p:nvSpPr>
          <p:cNvPr id="359" name="Google Shape;359;p8"/>
          <p:cNvSpPr txBox="1"/>
          <p:nvPr/>
        </p:nvSpPr>
        <p:spPr>
          <a:xfrm>
            <a:off x="600075" y="2591659"/>
            <a:ext cx="992680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“We’ll all do everything together” is a surefire recipe for slow-motion failure. Embrace the startup playbook for efficiency and success:</a:t>
            </a:r>
            <a:endParaRPr lang="en-US" dirty="0"/>
          </a:p>
        </p:txBody>
      </p:sp>
      <p:sp>
        <p:nvSpPr>
          <p:cNvPr id="360" name="Google Shape;360;p8"/>
          <p:cNvSpPr txBox="1"/>
          <p:nvPr/>
        </p:nvSpPr>
        <p:spPr>
          <a:xfrm>
            <a:off x="600075" y="2867884"/>
            <a:ext cx="732396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361" name="Google Shape;361;p8"/>
          <p:cNvSpPr txBox="1"/>
          <p:nvPr/>
        </p:nvSpPr>
        <p:spPr>
          <a:xfrm>
            <a:off x="2213524" y="3429335"/>
            <a:ext cx="69885" cy="2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1</a:t>
            </a:r>
            <a:endParaRPr/>
          </a:p>
        </p:txBody>
      </p:sp>
      <p:sp>
        <p:nvSpPr>
          <p:cNvPr id="362" name="Google Shape;362;p8"/>
          <p:cNvSpPr txBox="1"/>
          <p:nvPr/>
        </p:nvSpPr>
        <p:spPr>
          <a:xfrm>
            <a:off x="3052010" y="5677235"/>
            <a:ext cx="127797" cy="2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4</a:t>
            </a:r>
            <a:endParaRPr/>
          </a:p>
        </p:txBody>
      </p:sp>
      <p:sp>
        <p:nvSpPr>
          <p:cNvPr id="363" name="Google Shape;363;p8"/>
          <p:cNvSpPr txBox="1"/>
          <p:nvPr/>
        </p:nvSpPr>
        <p:spPr>
          <a:xfrm>
            <a:off x="5653973" y="3429335"/>
            <a:ext cx="124444" cy="2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2</a:t>
            </a:r>
            <a:endParaRPr/>
          </a:p>
        </p:txBody>
      </p:sp>
      <p:sp>
        <p:nvSpPr>
          <p:cNvPr id="364" name="Google Shape;364;p8"/>
          <p:cNvSpPr txBox="1"/>
          <p:nvPr/>
        </p:nvSpPr>
        <p:spPr>
          <a:xfrm>
            <a:off x="8253117" y="5677235"/>
            <a:ext cx="126749" cy="2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5</a:t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9120340" y="3429335"/>
            <a:ext cx="125911" cy="2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3</a:t>
            </a:r>
            <a:endParaRPr/>
          </a:p>
        </p:txBody>
      </p:sp>
      <p:sp>
        <p:nvSpPr>
          <p:cNvPr id="366" name="Google Shape;366;p8"/>
          <p:cNvSpPr txBox="1"/>
          <p:nvPr/>
        </p:nvSpPr>
        <p:spPr>
          <a:xfrm>
            <a:off x="790575" y="6222551"/>
            <a:ext cx="16069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Stay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Organized</a:t>
            </a:r>
            <a:endParaRPr/>
          </a:p>
        </p:txBody>
      </p:sp>
      <p:sp>
        <p:nvSpPr>
          <p:cNvPr id="367" name="Google Shape;367;p8"/>
          <p:cNvSpPr txBox="1"/>
          <p:nvPr/>
        </p:nvSpPr>
        <p:spPr>
          <a:xfrm>
            <a:off x="790575" y="3984175"/>
            <a:ext cx="25326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Assign Clear Roles</a:t>
            </a:r>
            <a:endParaRPr/>
          </a:p>
        </p:txBody>
      </p:sp>
      <p:sp>
        <p:nvSpPr>
          <p:cNvPr id="368" name="Google Shape;368;p8"/>
          <p:cNvSpPr txBox="1"/>
          <p:nvPr/>
        </p:nvSpPr>
        <p:spPr>
          <a:xfrm>
            <a:off x="4257675" y="3984175"/>
            <a:ext cx="30159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Start Building Early</a:t>
            </a:r>
            <a:endParaRPr/>
          </a:p>
        </p:txBody>
      </p:sp>
      <p:sp>
        <p:nvSpPr>
          <p:cNvPr id="369" name="Google Shape;369;p8"/>
          <p:cNvSpPr txBox="1"/>
          <p:nvPr/>
        </p:nvSpPr>
        <p:spPr>
          <a:xfrm>
            <a:off x="5991225" y="6222551"/>
            <a:ext cx="201788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Over-communicate</a:t>
            </a:r>
            <a:endParaRPr/>
          </a:p>
        </p:txBody>
      </p:sp>
      <p:sp>
        <p:nvSpPr>
          <p:cNvPr id="370" name="Google Shape;370;p8"/>
          <p:cNvSpPr txBox="1"/>
          <p:nvPr/>
        </p:nvSpPr>
        <p:spPr>
          <a:xfrm>
            <a:off x="7724775" y="3984176"/>
            <a:ext cx="231408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Set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Internal</a:t>
            </a:r>
            <a:r>
              <a:rPr lang="en-US" sz="1687" b="1" i="0" u="none" strike="noStrike" cap="none">
                <a:solidFill>
                  <a:srgbClr val="000000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</a:t>
            </a: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Deadlines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354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"/>
          <p:cNvSpPr/>
          <p:nvPr/>
        </p:nvSpPr>
        <p:spPr>
          <a:xfrm>
            <a:off x="0" y="578158"/>
            <a:ext cx="11430000" cy="7886700"/>
          </a:xfrm>
          <a:custGeom>
            <a:avLst/>
            <a:gdLst/>
            <a:ahLst/>
            <a:cxnLst/>
            <a:rect l="l" t="t" r="r" b="b"/>
            <a:pathLst>
              <a:path w="15240000" h="10515600" extrusionOk="0">
                <a:moveTo>
                  <a:pt x="0" y="0"/>
                </a:moveTo>
                <a:lnTo>
                  <a:pt x="15240000" y="0"/>
                </a:lnTo>
                <a:lnTo>
                  <a:pt x="15240000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4" b="-2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6" name="Google Shape;376;p9"/>
          <p:cNvSpPr/>
          <p:nvPr/>
        </p:nvSpPr>
        <p:spPr>
          <a:xfrm>
            <a:off x="0" y="578158"/>
            <a:ext cx="11430000" cy="7886414"/>
          </a:xfrm>
          <a:custGeom>
            <a:avLst/>
            <a:gdLst/>
            <a:ahLst/>
            <a:cxnLst/>
            <a:rect l="l" t="t" r="r" b="b"/>
            <a:pathLst>
              <a:path w="15240000" h="10515219" extrusionOk="0">
                <a:moveTo>
                  <a:pt x="0" y="0"/>
                </a:moveTo>
                <a:lnTo>
                  <a:pt x="15240000" y="0"/>
                </a:lnTo>
                <a:lnTo>
                  <a:pt x="15240000" y="10515219"/>
                </a:lnTo>
                <a:lnTo>
                  <a:pt x="0" y="10515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9"/>
          <p:cNvSpPr/>
          <p:nvPr/>
        </p:nvSpPr>
        <p:spPr>
          <a:xfrm>
            <a:off x="-63503" y="514398"/>
            <a:ext cx="11556997" cy="8013697"/>
          </a:xfrm>
          <a:custGeom>
            <a:avLst/>
            <a:gdLst/>
            <a:ahLst/>
            <a:cxnLst/>
            <a:rect l="l" t="t" r="r" b="b"/>
            <a:pathLst>
              <a:path w="11556997" h="8013697" extrusionOk="0">
                <a:moveTo>
                  <a:pt x="0" y="0"/>
                </a:moveTo>
                <a:lnTo>
                  <a:pt x="11556997" y="0"/>
                </a:lnTo>
                <a:lnTo>
                  <a:pt x="11556997" y="8013696"/>
                </a:lnTo>
                <a:lnTo>
                  <a:pt x="0" y="8013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8" name="Google Shape;378;p9"/>
          <p:cNvSpPr/>
          <p:nvPr/>
        </p:nvSpPr>
        <p:spPr>
          <a:xfrm>
            <a:off x="5934075" y="2892476"/>
            <a:ext cx="4905470" cy="4905375"/>
          </a:xfrm>
          <a:custGeom>
            <a:avLst/>
            <a:gdLst/>
            <a:ahLst/>
            <a:cxnLst/>
            <a:rect l="l" t="t" r="r" b="b"/>
            <a:pathLst>
              <a:path w="6540627" h="6540500" extrusionOk="0">
                <a:moveTo>
                  <a:pt x="80010" y="0"/>
                </a:moveTo>
                <a:cubicBezTo>
                  <a:pt x="69342" y="0"/>
                  <a:pt x="59182" y="2032"/>
                  <a:pt x="49403" y="6096"/>
                </a:cubicBezTo>
                <a:cubicBezTo>
                  <a:pt x="39624" y="10160"/>
                  <a:pt x="30988" y="16002"/>
                  <a:pt x="23495" y="23495"/>
                </a:cubicBezTo>
                <a:cubicBezTo>
                  <a:pt x="16002" y="30988"/>
                  <a:pt x="10160" y="39624"/>
                  <a:pt x="6096" y="49403"/>
                </a:cubicBezTo>
                <a:cubicBezTo>
                  <a:pt x="2032" y="59182"/>
                  <a:pt x="0" y="69469"/>
                  <a:pt x="0" y="80010"/>
                </a:cubicBezTo>
                <a:lnTo>
                  <a:pt x="0" y="6460490"/>
                </a:lnTo>
                <a:cubicBezTo>
                  <a:pt x="0" y="6471158"/>
                  <a:pt x="2032" y="6481318"/>
                  <a:pt x="6096" y="6491097"/>
                </a:cubicBezTo>
                <a:cubicBezTo>
                  <a:pt x="10160" y="6500876"/>
                  <a:pt x="15875" y="6509512"/>
                  <a:pt x="23495" y="6517005"/>
                </a:cubicBezTo>
                <a:cubicBezTo>
                  <a:pt x="31115" y="6524498"/>
                  <a:pt x="39624" y="6530340"/>
                  <a:pt x="49403" y="6534404"/>
                </a:cubicBezTo>
                <a:cubicBezTo>
                  <a:pt x="59055" y="6538341"/>
                  <a:pt x="68961" y="6540373"/>
                  <a:pt x="79375" y="6540500"/>
                </a:cubicBezTo>
                <a:lnTo>
                  <a:pt x="6461252" y="6540500"/>
                </a:lnTo>
                <a:cubicBezTo>
                  <a:pt x="6471666" y="6540373"/>
                  <a:pt x="6481572" y="6538341"/>
                  <a:pt x="6491224" y="6534404"/>
                </a:cubicBezTo>
                <a:cubicBezTo>
                  <a:pt x="6501003" y="6530340"/>
                  <a:pt x="6509639" y="6524625"/>
                  <a:pt x="6517132" y="6517005"/>
                </a:cubicBezTo>
                <a:cubicBezTo>
                  <a:pt x="6524625" y="6509385"/>
                  <a:pt x="6530467" y="6500876"/>
                  <a:pt x="6534531" y="6491097"/>
                </a:cubicBezTo>
                <a:cubicBezTo>
                  <a:pt x="6538595" y="6481318"/>
                  <a:pt x="6540627" y="6471031"/>
                  <a:pt x="6540627" y="6460490"/>
                </a:cubicBezTo>
                <a:lnTo>
                  <a:pt x="6540627" y="80010"/>
                </a:lnTo>
                <a:cubicBezTo>
                  <a:pt x="6540627" y="69469"/>
                  <a:pt x="6538595" y="59182"/>
                  <a:pt x="6534531" y="49403"/>
                </a:cubicBezTo>
                <a:cubicBezTo>
                  <a:pt x="6530467" y="39624"/>
                  <a:pt x="6524752" y="30988"/>
                  <a:pt x="6517132" y="23495"/>
                </a:cubicBezTo>
                <a:cubicBezTo>
                  <a:pt x="6509512" y="16002"/>
                  <a:pt x="6500876" y="10160"/>
                  <a:pt x="6491097" y="6096"/>
                </a:cubicBezTo>
                <a:cubicBezTo>
                  <a:pt x="6481318" y="2032"/>
                  <a:pt x="6471158" y="0"/>
                  <a:pt x="646049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9580245" y="7951775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" name="Google Shape;380;p9"/>
          <p:cNvSpPr txBox="1"/>
          <p:nvPr/>
        </p:nvSpPr>
        <p:spPr>
          <a:xfrm>
            <a:off x="702916" y="1113844"/>
            <a:ext cx="589178" cy="19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600075" y="1726235"/>
            <a:ext cx="9641100" cy="79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Finishing Strong: Delivery and Dissemination</a:t>
            </a:r>
            <a:endParaRPr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9"/>
          <p:cNvSpPr txBox="1"/>
          <p:nvPr/>
        </p:nvSpPr>
        <p:spPr>
          <a:xfrm>
            <a:off x="857250" y="5712676"/>
            <a:ext cx="4151052" cy="53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Be concise; avoid unnecessary details or verbose explanations.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857250" y="4379176"/>
            <a:ext cx="4257465" cy="53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Focus directly on your topic with strong supporting evidence.</a:t>
            </a:r>
            <a:endParaRPr/>
          </a:p>
        </p:txBody>
      </p:sp>
      <p:sp>
        <p:nvSpPr>
          <p:cNvPr id="384" name="Google Shape;384;p9"/>
          <p:cNvSpPr txBox="1"/>
          <p:nvPr/>
        </p:nvSpPr>
        <p:spPr>
          <a:xfrm>
            <a:off x="857250" y="3350476"/>
            <a:ext cx="4284602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Your writing must be easy to understand and follow.</a:t>
            </a:r>
            <a:endParaRPr/>
          </a:p>
        </p:txBody>
      </p:sp>
      <p:sp>
        <p:nvSpPr>
          <p:cNvPr id="385" name="Google Shape;385;p9"/>
          <p:cNvSpPr txBox="1"/>
          <p:nvPr/>
        </p:nvSpPr>
        <p:spPr>
          <a:xfrm>
            <a:off x="857250" y="7046176"/>
            <a:ext cx="4596908" cy="520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Ensure all data, analysis, and formatting (e.g., IEEE) are correct and consistent.</a:t>
            </a:r>
            <a:endParaRPr/>
          </a:p>
        </p:txBody>
      </p:sp>
      <p:sp>
        <p:nvSpPr>
          <p:cNvPr id="386" name="Google Shape;386;p9"/>
          <p:cNvSpPr txBox="1"/>
          <p:nvPr/>
        </p:nvSpPr>
        <p:spPr>
          <a:xfrm>
            <a:off x="857250" y="2876093"/>
            <a:ext cx="69798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Clarity</a:t>
            </a:r>
            <a:endParaRPr/>
          </a:p>
        </p:txBody>
      </p:sp>
      <p:sp>
        <p:nvSpPr>
          <p:cNvPr id="387" name="Google Shape;387;p9"/>
          <p:cNvSpPr txBox="1"/>
          <p:nvPr/>
        </p:nvSpPr>
        <p:spPr>
          <a:xfrm>
            <a:off x="857250" y="5266869"/>
            <a:ext cx="993534" cy="36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 dirty="0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Brevity</a:t>
            </a:r>
            <a:endParaRPr dirty="0"/>
          </a:p>
        </p:txBody>
      </p:sp>
      <p:sp>
        <p:nvSpPr>
          <p:cNvPr id="388" name="Google Shape;388;p9"/>
          <p:cNvSpPr txBox="1"/>
          <p:nvPr/>
        </p:nvSpPr>
        <p:spPr>
          <a:xfrm>
            <a:off x="857250" y="6590843"/>
            <a:ext cx="99353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Accuracy</a:t>
            </a:r>
            <a:endParaRPr/>
          </a:p>
        </p:txBody>
      </p:sp>
      <p:sp>
        <p:nvSpPr>
          <p:cNvPr id="389" name="Google Shape;389;p9"/>
          <p:cNvSpPr txBox="1"/>
          <p:nvPr/>
        </p:nvSpPr>
        <p:spPr>
          <a:xfrm>
            <a:off x="857250" y="3933368"/>
            <a:ext cx="108315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7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Relevance</a:t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649925" y="2240150"/>
            <a:ext cx="87531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Transform your hard work into a compelling narrative with these four key principles: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511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"/>
          <p:cNvSpPr/>
          <p:nvPr/>
        </p:nvSpPr>
        <p:spPr>
          <a:xfrm>
            <a:off x="0" y="1301906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5240000" h="8585200" extrusionOk="0">
                <a:moveTo>
                  <a:pt x="0" y="0"/>
                </a:moveTo>
                <a:lnTo>
                  <a:pt x="15240000" y="0"/>
                </a:lnTo>
                <a:lnTo>
                  <a:pt x="15240000" y="8585200"/>
                </a:lnTo>
                <a:lnTo>
                  <a:pt x="0" y="858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" b="-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6" name="Google Shape;396;p10"/>
          <p:cNvSpPr/>
          <p:nvPr/>
        </p:nvSpPr>
        <p:spPr>
          <a:xfrm>
            <a:off x="0" y="1301906"/>
            <a:ext cx="11430000" cy="6438614"/>
          </a:xfrm>
          <a:custGeom>
            <a:avLst/>
            <a:gdLst/>
            <a:ahLst/>
            <a:cxnLst/>
            <a:rect l="l" t="t" r="r" b="b"/>
            <a:pathLst>
              <a:path w="15240000" h="8584819" extrusionOk="0">
                <a:moveTo>
                  <a:pt x="0" y="0"/>
                </a:moveTo>
                <a:lnTo>
                  <a:pt x="15240000" y="0"/>
                </a:lnTo>
                <a:lnTo>
                  <a:pt x="15240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7" name="Google Shape;397;p10"/>
          <p:cNvSpPr/>
          <p:nvPr/>
        </p:nvSpPr>
        <p:spPr>
          <a:xfrm>
            <a:off x="1550" y="0"/>
            <a:ext cx="11430000" cy="9030557"/>
          </a:xfrm>
          <a:custGeom>
            <a:avLst/>
            <a:gdLst/>
            <a:ahLst/>
            <a:cxnLst/>
            <a:rect l="l" t="t" r="r" b="b"/>
            <a:pathLst>
              <a:path w="11430000" h="6438900" extrusionOk="0">
                <a:moveTo>
                  <a:pt x="0" y="6438900"/>
                </a:moveTo>
                <a:lnTo>
                  <a:pt x="11430000" y="6438900"/>
                </a:lnTo>
                <a:lnTo>
                  <a:pt x="1143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9804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8" name="Google Shape;398;p10"/>
          <p:cNvSpPr/>
          <p:nvPr/>
        </p:nvSpPr>
        <p:spPr>
          <a:xfrm>
            <a:off x="0" y="1301906"/>
            <a:ext cx="4286250" cy="6438614"/>
          </a:xfrm>
          <a:custGeom>
            <a:avLst/>
            <a:gdLst/>
            <a:ahLst/>
            <a:cxnLst/>
            <a:rect l="l" t="t" r="r" b="b"/>
            <a:pathLst>
              <a:path w="5715000" h="8584819" extrusionOk="0">
                <a:moveTo>
                  <a:pt x="0" y="0"/>
                </a:moveTo>
                <a:lnTo>
                  <a:pt x="5715000" y="0"/>
                </a:lnTo>
                <a:lnTo>
                  <a:pt x="5715000" y="8584819"/>
                </a:lnTo>
                <a:lnTo>
                  <a:pt x="0" y="858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71" t="-3" r="-7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9" name="Google Shape;399;p10"/>
          <p:cNvSpPr/>
          <p:nvPr/>
        </p:nvSpPr>
        <p:spPr>
          <a:xfrm>
            <a:off x="9580245" y="7227722"/>
            <a:ext cx="1754505" cy="419100"/>
          </a:xfrm>
          <a:custGeom>
            <a:avLst/>
            <a:gdLst/>
            <a:ahLst/>
            <a:cxnLst/>
            <a:rect l="l" t="t" r="r" b="b"/>
            <a:pathLst>
              <a:path w="2339340" h="558800" extrusionOk="0">
                <a:moveTo>
                  <a:pt x="0" y="0"/>
                </a:moveTo>
                <a:lnTo>
                  <a:pt x="2339340" y="0"/>
                </a:lnTo>
                <a:lnTo>
                  <a:pt x="233934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0" name="Google Shape;400;p10"/>
          <p:cNvSpPr txBox="1"/>
          <p:nvPr/>
        </p:nvSpPr>
        <p:spPr>
          <a:xfrm>
            <a:off x="4886325" y="3202457"/>
            <a:ext cx="556566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Your Project is Your Story: Make it Worth Telling</a:t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6325934" y="4521898"/>
            <a:ext cx="49139" cy="22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4886325" y="4521898"/>
            <a:ext cx="5875734" cy="149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3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Treat your project with the seriousness of a real product launch. Plan and </a:t>
            </a:r>
            <a:r>
              <a:rPr lang="en-US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execute relentlessly, building upon your strong foundation of topic, team, and mentor. Communicate effectively and take full ownership of your role — no one is coming to rescue you. This is your unique story; execute it well and share it with pride.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07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07292D-68EA-A844-89E5-704E4020D9F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b47188a-2139-42e6-9f2e-5493061b56e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904</Words>
  <Application>Microsoft Macintosh PowerPoint</Application>
  <PresentationFormat>Custom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Bricolage Grotesque SemiBold</vt:lpstr>
      <vt:lpstr>Inter</vt:lpstr>
      <vt:lpstr>Arial</vt:lpstr>
      <vt:lpstr>Bricolage Grotesque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Hunter Lin</cp:lastModifiedBy>
  <cp:revision>3</cp:revision>
  <dcterms:created xsi:type="dcterms:W3CDTF">2006-08-16T00:00:00Z</dcterms:created>
  <dcterms:modified xsi:type="dcterms:W3CDTF">2026-08-18T19:03:00Z</dcterms:modified>
</cp:coreProperties>
</file>