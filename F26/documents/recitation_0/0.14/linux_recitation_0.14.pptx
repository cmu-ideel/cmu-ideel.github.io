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mAkt2aS9DvSwzg2zywfd26/d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17520" y="0"/>
            <a:ext cx="274320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74320" y="4572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4320" y="8229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Introduction to Deep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" y="10789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74320" y="1417320"/>
            <a:ext cx="2286000" cy="274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74320" y="15544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28600" y="2011680"/>
            <a:ext cx="2651760" cy="530352"/>
          </a:xfrm>
          <a:prstGeom prst="roundRect">
            <a:avLst>
              <a:gd fmla="val 10345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65760" y="206654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22311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PSC Bridges-2 / Any Linux HPC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28600" y="2670048"/>
            <a:ext cx="2651760" cy="530352"/>
          </a:xfrm>
          <a:prstGeom prst="roundRect">
            <a:avLst>
              <a:gd fmla="val 10345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65760" y="272491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65760" y="288950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~15 min recitation + labs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28600" y="3328416"/>
            <a:ext cx="2651760" cy="530352"/>
          </a:xfrm>
          <a:prstGeom prst="roundRect">
            <a:avLst>
              <a:gd fmla="val 10345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65760" y="3383280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PREREQS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65760" y="354787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None — bring curiosity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74320" y="46634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566160" y="73152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Introduction to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Linux &amp;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Essentials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566160" y="3794760"/>
            <a:ext cx="1261872" cy="457200"/>
          </a:xfrm>
          <a:prstGeom prst="roundRect">
            <a:avLst>
              <a:gd fmla="val 12000" name="adj"/>
            </a:avLst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3566160" y="37947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File Systems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956048" y="3794760"/>
            <a:ext cx="1261872" cy="457200"/>
          </a:xfrm>
          <a:prstGeom prst="roundRect">
            <a:avLst>
              <a:gd fmla="val 12000" name="adj"/>
            </a:avLst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956048" y="37947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Processes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345936" y="3794760"/>
            <a:ext cx="1261872" cy="457200"/>
          </a:xfrm>
          <a:prstGeom prst="roundRect">
            <a:avLst>
              <a:gd fmla="val 12000" name="adj"/>
            </a:avLst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345936" y="37947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Remote SSH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735824" y="3794760"/>
            <a:ext cx="1261872" cy="457200"/>
          </a:xfrm>
          <a:prstGeom prst="roundRect">
            <a:avLst>
              <a:gd fmla="val 12000" name="adj"/>
            </a:avLst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735824" y="37947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Shell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3566160" y="44348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Systems Track  ·  Open your SSH session now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What We're Covering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65760" y="1298448"/>
            <a:ext cx="41605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02920" y="1426464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02920" y="1426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78992" y="13716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Core Philosophy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78992" y="16276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Linux is non-negotiable for HPC &amp; DL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65760" y="2139696"/>
            <a:ext cx="41605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02920" y="2267712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02920" y="226771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078992" y="221284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Linux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78992" y="24688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Kernel, shell, processes — the mental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65760" y="2980944"/>
            <a:ext cx="41605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02920" y="3108960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02920" y="31089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078992" y="30540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078992" y="33101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FHS structure, navigation, permissions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65760" y="3822192"/>
            <a:ext cx="41605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02920" y="3950208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02920" y="395020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078992" y="389534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Pipe Philosophy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078992" y="415137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Composing commands — Unix's superpower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754880" y="1298448"/>
            <a:ext cx="41605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892040" y="1426464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892040" y="1426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468112" y="13716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Process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468112" y="16276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Monitor jobs, keep them alive, GPU watch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754880" y="2139696"/>
            <a:ext cx="41605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892040" y="2267712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892040" y="226771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468112" y="221284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Remote 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468112" y="24688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SSH keys, rsync vs scp, Jupyter tunneling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754880" y="2980944"/>
            <a:ext cx="416052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4892040" y="3108960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4892040" y="31089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5468112" y="30540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Shell Automation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5468112" y="33101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Compression, pipelines, bash scripting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MOD 01 · PHILOSOPHY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Why Linux for Deep Learning?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1234440"/>
            <a:ext cx="411480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75488" y="1399032"/>
            <a:ext cx="54864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40080" y="132588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HPC Clusters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0080" y="158191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Bridges-2 runs headless Linux — no GUI, no mouse. Shell only.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65760" y="2194560"/>
            <a:ext cx="411480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75488" y="2359152"/>
            <a:ext cx="54864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640080" y="228600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Framework 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0080" y="254203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PyTorch, JAX, TensorFlow — all designed &amp; optimized on Linux.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65760" y="3154680"/>
            <a:ext cx="411480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75488" y="3319272"/>
            <a:ext cx="54864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40080" y="324612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GPU Direct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40080" y="350215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CUDA stack, kernel scheduler, InfiniBand — all Linux-native.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754880" y="1234440"/>
            <a:ext cx="411480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864608" y="1399032"/>
            <a:ext cx="54864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029200" y="132588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Reproducibility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029200" y="158191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Exact CUDA pinning, conda envs, deterministic runs require OS control.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754880" y="2194560"/>
            <a:ext cx="411480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864608" y="2359152"/>
            <a:ext cx="54864" cy="457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5029200" y="228600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Work Anywhere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029200" y="254203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SSH means your job keeps training after you close your laptop.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754880" y="2221992"/>
            <a:ext cx="4114800" cy="804672"/>
          </a:xfrm>
          <a:prstGeom prst="roundRect">
            <a:avLst>
              <a:gd fmla="val 6818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892040" y="2295144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$ ssh username@bridges2.psc.edu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$ interact -p GPU-shared --gres=gpu:v100-32:1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$ nvidia-smi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MOD 02 · MENTAL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How Linux Actually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65760" y="117043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Understanding the layers makes every command make sense.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20040" y="1572768"/>
            <a:ext cx="2651760" cy="3127248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320040" y="1572768"/>
            <a:ext cx="2651760" cy="475488"/>
          </a:xfrm>
          <a:prstGeom prst="roundRect">
            <a:avLst>
              <a:gd fmla="val 1538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320040" y="1865376"/>
            <a:ext cx="2651760" cy="1828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57200" y="160934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Kernel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84632" y="2139696"/>
            <a:ext cx="232257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kernel is the core of Linux. It manages every hardware resource — CPU scheduling, memory allocation, disk I/O, and GPU access. When your Python script calls torch.cuda.is_available() or moves a tensor with .to(device="cuda"), it's ultimately talking to the kernel through the CUDA driver. You never interact with the kernel directly — you go through the shell.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154680" y="1572768"/>
            <a:ext cx="2651760" cy="3127248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3154680" y="1572768"/>
            <a:ext cx="2651760" cy="475488"/>
          </a:xfrm>
          <a:prstGeom prst="roundRect">
            <a:avLst>
              <a:gd fmla="val 1538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3154680" y="1865376"/>
            <a:ext cx="2651760" cy="1828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3291840" y="160934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Shell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319272" y="2139696"/>
            <a:ext cx="232257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shell (bash) is your command interpreter. Every command you type is forked as a child process. It inherits your environment — $PATH, $HOME, $USER. When you type python3, the shell searches your PATH directories left-to-right and runs the first match it finds.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989320" y="1572768"/>
            <a:ext cx="2651760" cy="3127248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5989320" y="1572768"/>
            <a:ext cx="2651760" cy="475488"/>
          </a:xfrm>
          <a:prstGeom prst="roundRect">
            <a:avLst>
              <a:gd fmla="val 1538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5989320" y="1865376"/>
            <a:ext cx="2651760" cy="1828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126480" y="160934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is a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153912" y="2139696"/>
            <a:ext cx="232257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Linux treats everything as a file — your GPU is /dev/nvidia0, RAM stats live in /proc/meminfo, network sockets are file descriptors. This abstraction is why pipe (|) works: commands read from stdin and write to stdout, just like reading and writing files.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MOD 02 · UNIX PHILOSOPHY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 Pipe Philosophy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65760" y="1170432"/>
            <a:ext cx="8412480" cy="960120"/>
          </a:xfrm>
          <a:prstGeom prst="roundRect">
            <a:avLst>
              <a:gd fmla="val 7619" name="adj"/>
            </a:avLst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640080" y="126187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“Write programs that do one thing well. Write programs to work together. Write programs that handle text streams.”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40080" y="192024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 Doug McIlroy, Bell Labs (inventor of the Unix pipe)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65760" y="2267712"/>
            <a:ext cx="411480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502920" y="2560320"/>
            <a:ext cx="384048" cy="38404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24128" y="23591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stdin → stdout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024128" y="2633472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command reads from stdin, writes to stdout. The pipe (|) connects them. No temp files. Everything flows in memory.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754880" y="2267712"/>
            <a:ext cx="411480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892040" y="2560320"/>
            <a:ext cx="384048" cy="38404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5413248" y="23591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Compose, don't build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413248" y="2633472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 don't need a custom program to find top CPU-hungry Python jobs. You already have ps, grep, sort, head — chain them.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65760" y="3456432"/>
            <a:ext cx="411480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024128" y="35478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Text is the interface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024128" y="3822192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Because commands exchange plain text, any tool can talk to any other tool. grep doesn't know or care what ps 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754880" y="3456432"/>
            <a:ext cx="411480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892040" y="3749040"/>
            <a:ext cx="384048" cy="384048"/>
          </a:xfrm>
          <a:prstGeom prst="ellipse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413248" y="35478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Small tools, big power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413248" y="3822192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 aux | grep python | sort -k3 -rn | head -5 — four standard tools, zero custom code, exactly the answer you need.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CONCEPTS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Three Things Worth Understanding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1234440"/>
            <a:ext cx="84124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65760" y="1234440"/>
            <a:ext cx="164592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65760" y="1234440"/>
            <a:ext cx="274320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777240" y="13258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Why rsync, not scp?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77240" y="1618488"/>
            <a:ext cx="7818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scp copies the entire file every time. rsync compares modification time and file size on both sides and only transfers what changed. A 10GB dataset you've already sent? rsync sends nothing. One new checkpoint file added? rsync sends only that file. After the first sync, subsequent runs take seconds.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65760" y="2423160"/>
            <a:ext cx="84124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65760" y="2423160"/>
            <a:ext cx="164592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365760" y="2423160"/>
            <a:ext cx="274320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777240" y="25146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How SSH keys actually 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77240" y="2807208"/>
            <a:ext cx="7818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generate a keypair — private key stays on your laptop, public key goes on the server. When you connect, the server sends a random challenge. Only the holder of the private key can answer it correctly. No password crosses the network. Ever. The SSH client refuses to use a private key that other users can read (chmod 600 is required).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65760" y="3611880"/>
            <a:ext cx="84124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65760" y="3611880"/>
            <a:ext cx="164592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65760" y="3611880"/>
            <a:ext cx="274320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77240" y="37033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nohup vs tmux — when to use which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77240" y="3995928"/>
            <a:ext cx="7818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nohup is a quick fix: it intercepts the hangup signal so your job survives terminal close. But you lose the ability to reconnect and see output live. tmux is the right tool: it creates a session that lives on the remote machine. You detach, log out, come back tomorrow, and reattach to see your training output exactly where you left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MOD 03 · FILESYSTEM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File System &amp; Navigation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65760" y="120700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365760" y="1207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FHS Key Directories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65760" y="1572768"/>
            <a:ext cx="4114800" cy="1261872"/>
          </a:xfrm>
          <a:prstGeom prst="roundRect">
            <a:avLst>
              <a:gd fmla="val 4348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502920" y="1645920"/>
            <a:ext cx="38404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/          # Root — everything lives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/home  # Your workspace (quota-limited on HPC)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/tmp   # Temp files — wiped on reboot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/proc  # Virtual FS — live kernel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└── /ocean    # PSC Bridges-2 fast storage for datasets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663440" y="1207008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663440" y="12070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Navigation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663440" y="1572768"/>
            <a:ext cx="4114800" cy="914400"/>
          </a:xfrm>
          <a:prstGeom prst="roundRect">
            <a:avLst>
              <a:gd fmla="val 6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800600" y="1645920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cd ~        # jump to home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cd -        # jump to previous dir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pwd         # print current path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ls -lah     # list all, human sizes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5760" y="2697480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65760" y="269748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Permissions (chmod)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65760" y="3063240"/>
            <a:ext cx="4114800" cy="804672"/>
          </a:xfrm>
          <a:prstGeom prst="roundRect">
            <a:avLst>
              <a:gd fmla="val 6818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502920" y="313639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chmod 755 script.sh   # rwxr-xr-x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chmod 600 key.pem     # rw------- (private)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chmod +x run.sh       # add execute for 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663440" y="2697480"/>
            <a:ext cx="173736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663440" y="26974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Operations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663440" y="3063240"/>
            <a:ext cx="4114800" cy="1097280"/>
          </a:xfrm>
          <a:prstGeom prst="roundRect">
            <a:avLst>
              <a:gd fmla="val 5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800600" y="3136392"/>
            <a:ext cx="384048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cp -rv src/ dst/   # recursive copy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mv old new         # move / rename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rm -rf dir/        # no undo!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mkdir -p a/b/c     # nested dirs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find . -name '*.py'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MOD 04 · PROCESSES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Process Management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65760" y="120700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365760" y="1207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760" y="1572768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02920" y="160934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ps aux | grep 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02920" y="181051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Snapshot — find your training PID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60" y="2139696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502920" y="21762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htop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02920" y="237744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Interactive, color-coded, kill with F9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65760" y="2706624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02920" y="27432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nvidia-smi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02920" y="294436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GPU VRAM &amp; utilization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65760" y="3273552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02920" y="331012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kill -15 &lt;PID&gt;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02920" y="3511296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Polite stop. Use -9 only if unresponsive.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663440" y="1207008"/>
            <a:ext cx="192024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4663440" y="12070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Jobs Alive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663440" y="1572768"/>
            <a:ext cx="4114800" cy="1920240"/>
          </a:xfrm>
          <a:prstGeom prst="roundRect">
            <a:avLst>
              <a:gd fmla="val 285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800600" y="1645920"/>
            <a:ext cx="3840480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nohup — survives terminal close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nohup python train.py &gt; log.txt 2&gt;&amp;1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echo "PID: $!"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tmux — session persists after logout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tmux new -s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Ctrl+B then D to detach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tmux attach -t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663440" y="3657600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4663440" y="36576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 Monitoring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663440" y="4023360"/>
            <a:ext cx="4114800" cy="457200"/>
          </a:xfrm>
          <a:prstGeom prst="roundRect">
            <a:avLst>
              <a:gd fmla="val 12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4800600" y="409651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nvidia-smi dmon -s u -d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MOD 06 · REMOTE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Remote Infrastructure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65760" y="120700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365760" y="1207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SSH Keys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365760" y="1572768"/>
            <a:ext cx="4114800" cy="2084832"/>
          </a:xfrm>
          <a:prstGeom prst="roundRect">
            <a:avLst>
              <a:gd fmla="val 2632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502920" y="1645920"/>
            <a:ext cx="3840480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Generate Ed25519 keypair (local machine)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ssh-keygen -t ed25519 -C "you@cmu.edu"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Push public key to remote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ssh-copy-id user@bridges2.psc.edu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~/.ssh/config shortcut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Host b2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 HostName bridges2.psc.edu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 User jsmith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ssh b2   # one command,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663440" y="120700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663440" y="1207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scp vs rsync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663440" y="1572768"/>
            <a:ext cx="4114800" cy="1463040"/>
          </a:xfrm>
          <a:prstGeom prst="roundRect">
            <a:avLst>
              <a:gd fmla="val 3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4800600" y="1645920"/>
            <a:ext cx="384048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scp — copies whole file every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scp data.zip user@b2:~/data/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rsync — only sends changed bytes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rsync -avz --progress ./checkpoints/ 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 user@b2:~/project/checkpoints/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663440" y="3154680"/>
            <a:ext cx="219456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663440" y="315468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Jupyter Tunneling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663440" y="3520440"/>
            <a:ext cx="4114800" cy="1143000"/>
          </a:xfrm>
          <a:prstGeom prst="roundRect">
            <a:avLst>
              <a:gd fmla="val 48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800600" y="3593592"/>
            <a:ext cx="3840480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On Bridges-2: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jupyter notebook --no-browser --port=8888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On local machine: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ssh -N -f -L 8888:localhost:8888 user@b2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Open localhost:8888 in browser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MOD 06 ·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Shell Automation &amp; Pipelines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365760" y="120700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365760" y="1207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65760" y="1572768"/>
            <a:ext cx="4114800" cy="804672"/>
          </a:xfrm>
          <a:prstGeom prst="roundRect">
            <a:avLst>
              <a:gd fmla="val 6818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502920" y="164592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tar -czf dataset.tar.gz ./dataset/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tar -xzf dataset.tar.gz -C /ocean/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tar -tzf dataset.tar.gz | head -10  # inspect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365760" y="2487168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365760" y="24871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Pipelines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365760" y="2852928"/>
            <a:ext cx="4114800" cy="1417320"/>
          </a:xfrm>
          <a:prstGeom prst="roundRect">
            <a:avLst>
              <a:gd fmla="val 3871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502920" y="2926080"/>
            <a:ext cx="3840480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grep 'val_loss' train.log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ps aux | awk '{print $2,$11}'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sed -i 's/lr=0.01/lr=0.001/g' cfg.yaml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 Chain them: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ps aux | grep python | sort -k3 -rn | head -5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663440" y="1207008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663440" y="120700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Bash 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663440" y="1572768"/>
            <a:ext cx="4114800" cy="2926080"/>
          </a:xfrm>
          <a:prstGeom prst="roundRect">
            <a:avLst>
              <a:gd fmla="val 1875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4800600" y="1645920"/>
            <a:ext cx="3840480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#!/usr/bin/env bash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set -e          # exit on any error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set -u          # error on unset vars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set -o pipefail # fail if pipe stage fails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PROJECT="$HOME/dl_workspace"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if ! command -v python3 &amp;&gt;/dev/null; then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 echo 'python3 not found' &gt;&amp;2; exit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fi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for DIR in data models checkpoints logs; 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 mkdir -p "$PROJECT/$DIR"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62D47"/>
          </a:solidFill>
          <a:ln cap="flat" cmpd="sng" w="12700">
            <a:solidFill>
              <a:srgbClr val="162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7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BA7D4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 Cheatsheet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274320" y="804672"/>
            <a:ext cx="1600200" cy="3977640"/>
          </a:xfrm>
          <a:prstGeom prst="roundRect">
            <a:avLst>
              <a:gd fmla="val 4571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274320" y="89611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Navigation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57200" y="1225296"/>
            <a:ext cx="1234440" cy="1828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365760" y="131673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65760" y="181965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cd ~/project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65760" y="232257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ls -lah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65760" y="282549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find . -name '*.py'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65760" y="332841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tree -L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1993392" y="804672"/>
            <a:ext cx="1600200" cy="3977640"/>
          </a:xfrm>
          <a:prstGeom prst="roundRect">
            <a:avLst>
              <a:gd fmla="val 4571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1993392" y="89611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File 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2176272" y="1225296"/>
            <a:ext cx="1234440" cy="1828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2084832" y="131673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cp -rv src dst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2084832" y="181965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mv old new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2084832" y="232257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rm -rf dir/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2084832" y="282549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mkdir -p a/b/c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2084832" y="332841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chmod 755 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3712464" y="804672"/>
            <a:ext cx="1600200" cy="3977640"/>
          </a:xfrm>
          <a:prstGeom prst="roundRect">
            <a:avLst>
              <a:gd fmla="val 4571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3712464" y="89611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Processes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895344" y="1225296"/>
            <a:ext cx="1234440" cy="1828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3803904" y="131673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ps aux | grep 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3803904" y="181965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kill -15 &lt;PID&gt;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3803904" y="232257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nohup cmd &amp;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3803904" y="282549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tmux new -s 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803904" y="332841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nvidia-smi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431536" y="804672"/>
            <a:ext cx="1600200" cy="3977640"/>
          </a:xfrm>
          <a:prstGeom prst="roundRect">
            <a:avLst>
              <a:gd fmla="val 4571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5431536" y="89611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Remote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614416" y="1225296"/>
            <a:ext cx="1234440" cy="1828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5522976" y="131673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ssh user@host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5522976" y="181965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scp file u@h:~/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522976" y="232257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rsync -avz s 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522976" y="282549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ssh -L 8888:lo:8888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5522976" y="332841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ssh-keygen -t ed25519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7150608" y="804672"/>
            <a:ext cx="1600200" cy="3977640"/>
          </a:xfrm>
          <a:prstGeom prst="roundRect">
            <a:avLst>
              <a:gd fmla="val 4571" name="adj"/>
            </a:avLst>
          </a:prstGeom>
          <a:solidFill>
            <a:srgbClr val="1E3A5C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7150608" y="89611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Archive/Text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7333488" y="1225296"/>
            <a:ext cx="1234440" cy="1828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7242048" y="131673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tar -czf out.tgz ./d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7242048" y="181965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tar -xzf in.tgz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7242048" y="232257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grep -n 'pat' 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7242048" y="282549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awk '{print $2}'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7242048" y="3328416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sed 's/a/b/g' 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What to Remember From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365760" y="123444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493776" y="1527048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93776" y="15270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1024128" y="13075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 shell is your only interface on HPC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024128" y="16002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Bridges-2 has no GUI. Everything — launching jobs, moving data, monitoring training — happens through bash. Get comfortable here.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754880" y="1234440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4882896" y="1527048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4882896" y="15270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5413248" y="13075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nohup saves jobs, tmux saves your sanity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5413248" y="16002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Your SSH session will time out. Use nohup for quick fixes, tmux for anything serious. Set it up before you start training, not after it disconnects.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65760" y="2404872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493776" y="2697480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493776" y="26974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024128" y="24780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rsync over scp, always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024128" y="277063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After the first transfer, rsync sends only deltas. For iterative checkpoint syncing, this is the difference between seconds and minutes.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4754880" y="2404872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4882896" y="2697480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4882896" y="26974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5413248" y="24780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set -e, set -u, set -o pipefail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5413248" y="277063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These three lines turn a fragile script into one you can trust. Any script you write for this course should start with all three.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365760" y="3575304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493776" y="3867912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493776" y="38679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1024128" y="36484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Pipes compose power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1024128" y="3941064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 aux | grep python | sort -k3 -rn | head -5 answers a complex question with zero custom code. Learn to think in pipelines.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4754880" y="3575304"/>
            <a:ext cx="411480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4882896" y="3867912"/>
            <a:ext cx="402336" cy="402336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4882896" y="38679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5413248" y="36484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chmod 600 your SSH keys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5413248" y="3941064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SSH client enforces this. Overly open permissions on your private key means connection refused. 600 = owner read/write only.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CBF5"/>
                </a:solidFill>
                <a:latin typeface="Calibri"/>
                <a:ea typeface="Calibri"/>
                <a:cs typeface="Calibri"/>
                <a:sym typeface="Calibri"/>
              </a:rPr>
              <a:t>CMU 11-785  ·  Introduction to Deep Learning  · 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6400800" y="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LAB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274320" y="4910328"/>
            <a:ext cx="54864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TA: Aryan Singh Chandel  ·  Kangping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5486400" y="4910328"/>
            <a:ext cx="33832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Recitation 0.14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Hands-On Lab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linux_masterclass.sh and dl_setup_pipeline.sh on your Bridges-2 SSH session.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365760" y="1600200"/>
            <a:ext cx="41148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502920" y="1700784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502920" y="17007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1005840" y="16916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SSH into Bridges-2, navigate to scratch without notes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365760" y="2350008"/>
            <a:ext cx="41148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502920" y="2450592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502920" y="2450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1005840" y="244144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a full DL project scaffold with mkdir -p in one command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365760" y="3099816"/>
            <a:ext cx="41148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502920" y="3200400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502920" y="3200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1005840" y="319125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 a job with nohup, verify with ps aux | grep 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365760" y="3849624"/>
            <a:ext cx="41148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502920" y="3950208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502920" y="3950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1005840" y="3941064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nvidia-smi and identify free VRAM on your GPU node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4754880" y="1600200"/>
            <a:ext cx="41148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4892040" y="1700784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4892040" y="17007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5394960" y="16916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Sync a local directory with rsync — run twice, note the speed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4754880" y="2350008"/>
            <a:ext cx="41148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4892040" y="2450592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4892040" y="2450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5394960" y="244144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Parse a log file with grep + awk to extract epoch and 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754880" y="3099816"/>
            <a:ext cx="41148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4892040" y="3200400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4892040" y="3200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5394960" y="319125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a 10-line setup script with set -e and a Python version check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2026-06-27T17:23:45Z</dcterms:created>
  <dc:creator>PptxGenJS</dc:creator>
</cp:coreProperties>
</file>