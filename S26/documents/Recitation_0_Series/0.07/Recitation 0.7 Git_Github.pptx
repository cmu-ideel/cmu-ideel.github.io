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412ac772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412ac772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558a6d07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558a6d0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41800a0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41800a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558a6d07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558a6d07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558a6d07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558a6d07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558a6d0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558a6d0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d558a6d07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d558a6d07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d558a6d0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d558a6d0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558a6d0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d558a6d0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d558a6d0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d558a6d0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d558a6d07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d558a6d07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12ac77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412ac77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412ac77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412ac77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khushee@gmail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502350" y="232550"/>
            <a:ext cx="5241600" cy="15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Recitation 0.7</a:t>
            </a:r>
            <a:endParaRPr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verage"/>
                <a:ea typeface="Average"/>
                <a:cs typeface="Average"/>
                <a:sym typeface="Average"/>
              </a:rPr>
              <a:t>Git/Github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481150" y="4350900"/>
            <a:ext cx="3424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</a:rPr>
              <a:t>TA: Malihah &amp; Khushee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61" name="Google Shape;61;p13" title="Screenshot_2025-12-04_194506-removebg-preview-removebg-preview.png"/>
          <p:cNvPicPr preferRelativeResize="0"/>
          <p:nvPr/>
        </p:nvPicPr>
        <p:blipFill rotWithShape="1">
          <a:blip r:embed="rId3">
            <a:alphaModFix/>
          </a:blip>
          <a:srcRect b="12193" l="4495" r="5227" t="8936"/>
          <a:stretch/>
        </p:blipFill>
        <p:spPr>
          <a:xfrm>
            <a:off x="532200" y="1860863"/>
            <a:ext cx="5754050" cy="21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Screenshot_2025-12-04_195430-removebg-preview.png"/>
          <p:cNvPicPr preferRelativeResize="0"/>
          <p:nvPr/>
        </p:nvPicPr>
        <p:blipFill rotWithShape="1">
          <a:blip r:embed="rId4">
            <a:alphaModFix/>
          </a:blip>
          <a:srcRect b="37398" l="2865" r="2865" t="0"/>
          <a:stretch/>
        </p:blipFill>
        <p:spPr>
          <a:xfrm>
            <a:off x="0" y="-12"/>
            <a:ext cx="1502350" cy="1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Git is a </a:t>
            </a:r>
            <a:r>
              <a:rPr lang="en-GB" sz="2100">
                <a:solidFill>
                  <a:srgbClr val="3C78D8"/>
                </a:solidFill>
              </a:rPr>
              <a:t>Version Control System</a:t>
            </a:r>
            <a:r>
              <a:rPr lang="en-GB" sz="2100"/>
              <a:t>.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100"/>
            </a:br>
            <a:r>
              <a:rPr lang="en-GB" sz="2100"/>
              <a:t>Version Control System is a tool that helps to track changes in code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5"/>
                </a:solidFill>
              </a:rPr>
              <a:t>Why Git?</a:t>
            </a:r>
            <a:br>
              <a:rPr b="1" lang="en-GB" sz="2100">
                <a:solidFill>
                  <a:schemeClr val="accent5"/>
                </a:solidFill>
              </a:rPr>
            </a:br>
            <a:endParaRPr i="1"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i="1" lang="en-GB" sz="2100"/>
              <a:t>Free &amp; open source</a:t>
            </a:r>
            <a:endParaRPr i="1"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i="1" lang="en-GB" sz="2100"/>
              <a:t>Fast and scalable</a:t>
            </a:r>
            <a:r>
              <a:rPr lang="en-GB" sz="2100"/>
              <a:t> 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Github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Website that allows developers to store and manage their code using Git.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https://github.com</a:t>
            </a:r>
            <a:endParaRPr i="1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Setting up Git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Visual Studio Code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Windows (Git Bash)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Mac (Terminal)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git </a:t>
            </a:r>
            <a:r>
              <a:rPr i="1" lang="en-GB" sz="2100"/>
              <a:t>--</a:t>
            </a:r>
            <a:r>
              <a:rPr i="1" lang="en-GB" sz="2100"/>
              <a:t>version</a:t>
            </a:r>
            <a:endParaRPr i="1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Configuring</a:t>
            </a:r>
            <a:r>
              <a:rPr lang="en-GB" sz="3200">
                <a:solidFill>
                  <a:schemeClr val="accent5"/>
                </a:solidFill>
              </a:rPr>
              <a:t> Git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/>
              <a:t>git config </a:t>
            </a:r>
            <a:r>
              <a:rPr i="1" lang="en-GB" sz="2100"/>
              <a:t>--global user.name “Khushee”</a:t>
            </a:r>
            <a:endParaRPr i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/>
              <a:t>git config --global user.email “</a:t>
            </a:r>
            <a:r>
              <a:rPr i="1" lang="en-GB" sz="2100" u="sng">
                <a:solidFill>
                  <a:schemeClr val="hlink"/>
                </a:solidFill>
                <a:hlinkClick r:id="rId3"/>
              </a:rPr>
              <a:t>khushee@gmail.com</a:t>
            </a:r>
            <a:r>
              <a:rPr i="1" lang="en-GB" sz="2100"/>
              <a:t>”</a:t>
            </a:r>
            <a:endParaRPr i="1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/>
              <a:t>git config --list</a:t>
            </a:r>
            <a:endParaRPr i="1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Github Account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Create a new repository : github-demo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/>
              <a:t>Make our first commit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Clone &amp; Status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Clone- </a:t>
            </a:r>
            <a:r>
              <a:rPr lang="en-GB" sz="2100">
                <a:solidFill>
                  <a:schemeClr val="dk1"/>
                </a:solidFill>
              </a:rPr>
              <a:t>Cloning a repository on our local machine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clone &lt;- some link 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status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displays the status of the code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status 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Add &amp; Commit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add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adds new or changed files in your working directory to the Git staging area.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add &lt;- file name 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commit</a:t>
            </a:r>
            <a:r>
              <a:rPr b="1" lang="en-GB" sz="2100">
                <a:solidFill>
                  <a:srgbClr val="A4C2F4"/>
                </a:solidFill>
              </a:rPr>
              <a:t>- </a:t>
            </a:r>
            <a:r>
              <a:rPr lang="en-GB" sz="2100">
                <a:solidFill>
                  <a:schemeClr val="dk1"/>
                </a:solidFill>
              </a:rPr>
              <a:t>it is the record of change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commit -m “some message”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Push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Push</a:t>
            </a:r>
            <a:r>
              <a:rPr b="1" lang="en-GB" sz="2100">
                <a:solidFill>
                  <a:srgbClr val="A4C2F4"/>
                </a:solidFill>
              </a:rPr>
              <a:t>- upload local repo content to </a:t>
            </a:r>
            <a:r>
              <a:rPr b="1" lang="en-GB" sz="2100">
                <a:solidFill>
                  <a:srgbClr val="A4C2F4"/>
                </a:solidFill>
              </a:rPr>
              <a:t>remote</a:t>
            </a:r>
            <a:r>
              <a:rPr b="1" lang="en-GB" sz="2100">
                <a:solidFill>
                  <a:srgbClr val="A4C2F4"/>
                </a:solidFill>
              </a:rPr>
              <a:t> repo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	</a:t>
            </a:r>
            <a:r>
              <a:rPr i="1" lang="en-GB" sz="2100">
                <a:solidFill>
                  <a:schemeClr val="dk1"/>
                </a:solidFill>
              </a:rPr>
              <a:t>git push origin main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Init</a:t>
            </a:r>
            <a:r>
              <a:rPr lang="en-GB" sz="3200">
                <a:solidFill>
                  <a:schemeClr val="accent5"/>
                </a:solidFill>
              </a:rPr>
              <a:t>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init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remote add origin &lt;-link-&gt;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remote -v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branch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branch -M main</a:t>
            </a:r>
            <a:endParaRPr i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</a:t>
            </a:r>
            <a:r>
              <a:rPr i="1" lang="en-GB" sz="2100">
                <a:solidFill>
                  <a:schemeClr val="dk1"/>
                </a:solidFill>
              </a:rPr>
              <a:t>it push origin main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Git Branches</a:t>
            </a:r>
            <a:endParaRPr sz="3200">
              <a:solidFill>
                <a:schemeClr val="accent5"/>
              </a:solidFill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638" y="1203500"/>
            <a:ext cx="6436726" cy="32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Branch</a:t>
            </a:r>
            <a:r>
              <a:rPr lang="en-GB" sz="3200">
                <a:solidFill>
                  <a:schemeClr val="accent5"/>
                </a:solidFill>
              </a:rPr>
              <a:t> Command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</a:t>
            </a:r>
            <a:r>
              <a:rPr lang="en-GB" sz="2100">
                <a:solidFill>
                  <a:schemeClr val="dk1"/>
                </a:solidFill>
              </a:rPr>
              <a:t>(to check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-	M main </a:t>
            </a:r>
            <a:r>
              <a:rPr lang="en-GB" sz="2100">
                <a:solidFill>
                  <a:schemeClr val="dk1"/>
                </a:solidFill>
              </a:rPr>
              <a:t>(to rename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checkout &lt;-branch name-&gt; </a:t>
            </a:r>
            <a:r>
              <a:rPr lang="en-GB" sz="2100">
                <a:solidFill>
                  <a:schemeClr val="dk1"/>
                </a:solidFill>
              </a:rPr>
              <a:t>(to navigate)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checkout -b &lt;-new branch name-&gt; </a:t>
            </a:r>
            <a:r>
              <a:rPr lang="en-GB" sz="2100">
                <a:solidFill>
                  <a:schemeClr val="dk1"/>
                </a:solidFill>
              </a:rPr>
              <a:t>(to </a:t>
            </a:r>
            <a:r>
              <a:rPr lang="en-GB" sz="2100">
                <a:solidFill>
                  <a:schemeClr val="dk1"/>
                </a:solidFill>
              </a:rPr>
              <a:t>create</a:t>
            </a:r>
            <a:r>
              <a:rPr lang="en-GB" sz="2100">
                <a:solidFill>
                  <a:schemeClr val="dk1"/>
                </a:solidFill>
              </a:rPr>
              <a:t> new branch)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branch -d &lt;- branch name-&gt;  </a:t>
            </a:r>
            <a:r>
              <a:rPr lang="en-GB" sz="2100">
                <a:solidFill>
                  <a:schemeClr val="dk1"/>
                </a:solidFill>
              </a:rPr>
              <a:t>(to delete branch)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>
                <a:solidFill>
                  <a:schemeClr val="accent5"/>
                </a:solidFill>
              </a:rPr>
              <a:t>Merging Code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Way 1</a:t>
            </a:r>
            <a:r>
              <a:rPr lang="en-GB" sz="2100">
                <a:solidFill>
                  <a:schemeClr val="dk1"/>
                </a:solidFill>
              </a:rPr>
              <a:t> 	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diff &lt;-branch name-&gt;  </a:t>
            </a:r>
            <a:r>
              <a:rPr lang="en-GB" sz="2100">
                <a:solidFill>
                  <a:schemeClr val="dk1"/>
                </a:solidFill>
              </a:rPr>
              <a:t>(to compare commits, branches, files &amp; more)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</a:rPr>
              <a:t>git merge &lt;-branch name-&gt;  </a:t>
            </a:r>
            <a:r>
              <a:rPr lang="en-GB" sz="2100">
                <a:solidFill>
                  <a:schemeClr val="dk1"/>
                </a:solidFill>
              </a:rPr>
              <a:t>(to merge 2 branches)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A4C2F4"/>
                </a:solidFill>
              </a:rPr>
              <a:t>Way 2</a:t>
            </a:r>
            <a:r>
              <a:rPr lang="en-GB" sz="2100">
                <a:solidFill>
                  <a:schemeClr val="dk1"/>
                </a:solidFill>
              </a:rPr>
              <a:t>	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</a:rPr>
              <a:t>Create a PR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