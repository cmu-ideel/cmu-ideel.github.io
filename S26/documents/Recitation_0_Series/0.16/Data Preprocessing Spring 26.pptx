
<file path=[Content_Types].xml><?xml version="1.0" encoding="utf-8"?>
<Types xmlns="http://schemas.openxmlformats.org/package/2006/content-types">
  <Default ContentType="application/vnd.openxmlformats-officedocument.spreadsheetml.sheet" Extension="xlsx"/>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slideLayout+xml" PartName="/ppt/slideLayouts/slideLayout3.xml"/>
  <Override ContentType="application/vnd.openxmlformats-officedocument.presentationml.slideLayout+xml" PartName="/ppt/slideLayouts/slideLayout5.xml"/>
  <Override ContentType="application/vnd.openxmlformats-officedocument.presentationml.slideLayout+xml" PartName="/ppt/slideLayouts/slideLayout11.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7.xml"/>
  <Override ContentType="application/vnd.openxmlformats-officedocument.presentationml.slideLayout+xml" PartName="/ppt/slideLayouts/slideLayout9.xml"/>
  <Override ContentType="application/vnd.openxmlformats-officedocument.presentationml.slideLayout+xml" PartName="/ppt/slideLayouts/slideLayout4.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10.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9.xml"/>
  <Override ContentType="application/vnd.openxmlformats-officedocument.presentationml.slide+xml" PartName="/ppt/slides/slide5.xml"/>
  <Override ContentType="application/vnd.openxmlformats-officedocument.presentationml.slide+xml" PartName="/ppt/slides/slide8.xml"/>
  <Override ContentType="application/vnd.openxmlformats-officedocument.presentationml.slide+xml" PartName="/ppt/slides/slide7.xml"/>
  <Override ContentType="application/vnd.openxmlformats-package.core-properties+xml" PartName="/docProps/core.xml"/>
  <Override ContentType="application/vnd.openxmlformats-officedocument.presentationml.presentation.main+xml" PartName="/ppt/presentation.xml"/>
  <Override ContentType="application/vnd.ms-office.chartcolorstyle+xml" PartName="/ppt/charts/colors1.xml"/>
  <Override ContentType="application/vnd.openxmlformats-officedocument.theme+xml" PartName="/ppt/theme/theme1.xml"/>
  <Override ContentType="application/vnd.openxmlformats-officedocument.theme+xml" PartName="/ppt/theme/theme2.xml"/>
  <Override ContentType="application/vnd.openxmlformats-officedocument.drawingml.chart+xml" PartName="/ppt/charts/chart1.xml"/>
  <Override ContentType="application/vnd.openxmlformats-officedocument.presentationml.notesSlide+xml" PartName="/ppt/notesSlides/notesSlide6.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8.xml"/>
  <Override ContentType="application/vnd.openxmlformats-officedocument.presentationml.notesSlide+xml" PartName="/ppt/notesSlides/notesSlide7.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binary" PartName="/ppt/metadata"/>
  <Override ContentType="application/vnd.openxmlformats-officedocument.presentationml.notesMaster+xml" PartName="/ppt/notesMasters/notesMaster1.xml"/>
  <Override ContentType="application/vnd.ms-office.chartstyle+xml" PartName="/ppt/charts/style1.xml"/>
  <Override ContentType="application/vnd.openxmlformats-officedocument.presentationml.presProps+xml" PartName="/ppt/presProps.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3"/>
  </p:sldMasterIdLst>
  <p:notesMasterIdLst>
    <p:notesMasterId r:id="rId4"/>
  </p:notesMasterIdLst>
  <p:sldIdLst>
    <p:sldId id="256" r:id="rId5"/>
    <p:sldId id="257" r:id="rId6"/>
    <p:sldId id="258" r:id="rId7"/>
    <p:sldId id="259" r:id="rId8"/>
    <p:sldId id="260" r:id="rId9"/>
    <p:sldId id="261" r:id="rId10"/>
    <p:sldId id="262" r:id="rId11"/>
    <p:sldId id="263" r:id="rId12"/>
    <p:sldId id="264" r:id="rId13"/>
    <p:sldId id="265" r:id="rId14"/>
  </p:sldIdLst>
  <p:sldSz cy="6858000" cx="12192000"/>
  <p:notesSz cx="6858000" cy="9144000"/>
  <p:embeddedFontLst>
    <p:embeddedFont>
      <p:font typeface="Open Sans ExtraBold"/>
      <p:bold r:id="rId15"/>
      <p:boldItalic r:id="rId16"/>
    </p:embeddedFont>
    <p:embeddedFont>
      <p:font typeface="Crimson Text"/>
      <p:regular r:id="rId17"/>
      <p:bold r:id="rId18"/>
      <p:italic r:id="rId19"/>
      <p:boldItalic r:id="rId20"/>
    </p:embeddedFont>
    <p:embeddedFont>
      <p:font typeface="Open Sans Light"/>
      <p:regular r:id="rId21"/>
      <p:bold r:id="rId22"/>
      <p:italic r:id="rId23"/>
      <p:boldItalic r:id="rId24"/>
    </p:embeddedFont>
    <p:embeddedFont>
      <p:font typeface="Open Sans"/>
      <p:regular r:id="rId25"/>
      <p:bold r:id="rId26"/>
      <p:italic r:id="rId27"/>
      <p:boldItalic r:id="rId28"/>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GoogleSlidesCustomDataVersion2">
      <go:slidesCustomData xmlns:go="http://customooxmlschemas.google.com/" r:id="rId29" roundtripDataSignature="AMtx7miHspTYrk7PrsOI0dbtvgJd11Fy6Q=="/>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_rels/presentation.xml.rels><?xml version="1.0" encoding="UTF-8" standalone="yes"?><Relationships xmlns="http://schemas.openxmlformats.org/package/2006/relationships"><Relationship Id="rId20" Type="http://schemas.openxmlformats.org/officeDocument/2006/relationships/font" Target="fonts/CrimsonText-boldItalic.fntdata"/><Relationship Id="rId22" Type="http://schemas.openxmlformats.org/officeDocument/2006/relationships/font" Target="fonts/OpenSansLight-bold.fntdata"/><Relationship Id="rId21" Type="http://schemas.openxmlformats.org/officeDocument/2006/relationships/font" Target="fonts/OpenSansLight-regular.fntdata"/><Relationship Id="rId24" Type="http://schemas.openxmlformats.org/officeDocument/2006/relationships/font" Target="fonts/OpenSansLight-boldItalic.fntdata"/><Relationship Id="rId23" Type="http://schemas.openxmlformats.org/officeDocument/2006/relationships/font" Target="fonts/OpenSansLight-italic.fntdata"/><Relationship Id="rId1" Type="http://schemas.openxmlformats.org/officeDocument/2006/relationships/theme" Target="theme/theme1.xml"/><Relationship Id="rId2" Type="http://schemas.openxmlformats.org/officeDocument/2006/relationships/presProps" Target="presProps.xml"/><Relationship Id="rId3" Type="http://schemas.openxmlformats.org/officeDocument/2006/relationships/slideMaster" Target="slideMasters/slideMaster1.xml"/><Relationship Id="rId4" Type="http://schemas.openxmlformats.org/officeDocument/2006/relationships/notesMaster" Target="notesMasters/notesMaster1.xml"/><Relationship Id="rId9" Type="http://schemas.openxmlformats.org/officeDocument/2006/relationships/slide" Target="slides/slide5.xml"/><Relationship Id="rId26" Type="http://schemas.openxmlformats.org/officeDocument/2006/relationships/font" Target="fonts/OpenSans-bold.fntdata"/><Relationship Id="rId25" Type="http://schemas.openxmlformats.org/officeDocument/2006/relationships/font" Target="fonts/OpenSans-regular.fntdata"/><Relationship Id="rId28" Type="http://schemas.openxmlformats.org/officeDocument/2006/relationships/font" Target="fonts/OpenSans-boldItalic.fntdata"/><Relationship Id="rId27" Type="http://schemas.openxmlformats.org/officeDocument/2006/relationships/font" Target="fonts/OpenSans-italic.fntdata"/><Relationship Id="rId5" Type="http://schemas.openxmlformats.org/officeDocument/2006/relationships/slide" Target="slides/slide1.xml"/><Relationship Id="rId6" Type="http://schemas.openxmlformats.org/officeDocument/2006/relationships/slide" Target="slides/slide2.xml"/><Relationship Id="rId29" Type="http://customschemas.google.com/relationships/presentationmetadata" Target="metadata"/><Relationship Id="rId7" Type="http://schemas.openxmlformats.org/officeDocument/2006/relationships/slide" Target="slides/slide3.xml"/><Relationship Id="rId8" Type="http://schemas.openxmlformats.org/officeDocument/2006/relationships/slide" Target="slides/slide4.xml"/><Relationship Id="rId11" Type="http://schemas.openxmlformats.org/officeDocument/2006/relationships/slide" Target="slides/slide7.xml"/><Relationship Id="rId10" Type="http://schemas.openxmlformats.org/officeDocument/2006/relationships/slide" Target="slides/slide6.xml"/><Relationship Id="rId13" Type="http://schemas.openxmlformats.org/officeDocument/2006/relationships/slide" Target="slides/slide9.xml"/><Relationship Id="rId12" Type="http://schemas.openxmlformats.org/officeDocument/2006/relationships/slide" Target="slides/slide8.xml"/><Relationship Id="rId15" Type="http://schemas.openxmlformats.org/officeDocument/2006/relationships/font" Target="fonts/OpenSansExtraBold-bold.fntdata"/><Relationship Id="rId14" Type="http://schemas.openxmlformats.org/officeDocument/2006/relationships/slide" Target="slides/slide10.xml"/><Relationship Id="rId17" Type="http://schemas.openxmlformats.org/officeDocument/2006/relationships/font" Target="fonts/CrimsonText-regular.fntdata"/><Relationship Id="rId16" Type="http://schemas.openxmlformats.org/officeDocument/2006/relationships/font" Target="fonts/OpenSansExtraBold-boldItalic.fntdata"/><Relationship Id="rId19" Type="http://schemas.openxmlformats.org/officeDocument/2006/relationships/font" Target="fonts/CrimsonText-italic.fntdata"/><Relationship Id="rId18" Type="http://schemas.openxmlformats.org/officeDocument/2006/relationships/font" Target="fonts/CrimsonText-bold.fntdata"/></Relationships>
</file>

<file path=ppt/charts/_rels/chart1.xml.rels><?xml version="1.0" encoding="UTF-8" standalone="yes"?><Relationships xmlns="http://schemas.openxmlformats.org/package/2006/relationships"><Relationship Id="rId1" Type="http://schemas.microsoft.com/office/2011/relationships/chartStyle" Target="style1.xml"/><Relationship Id="rId2" Type="http://schemas.microsoft.com/office/2011/relationships/chartColorStyle" Target="colors1.xml"/><Relationship Id="rId3" Type="http://schemas.openxmlformats.org/officeDocument/2006/relationships/package" Target="../embeddings/Microsoft_Excel_Sheet1.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pieChart>
        <c:varyColors val="1"/>
        <c:dLbls>
          <c:dLblPos val="ctr"/>
          <c:showLegendKey val="0"/>
          <c:showVal val="0"/>
          <c:showCatName val="0"/>
          <c:showSerName val="0"/>
          <c:showPercent val="1"/>
          <c:showBubbleSize val="0"/>
          <c:showLeaderLines val="0"/>
        </c:dLbls>
        <c:firstSliceAng val="0"/>
      </c:pieChart>
      <c:spPr>
        <a:noFill/>
        <a:ln>
          <a:noFill/>
        </a:ln>
        <a:effectLst/>
      </c:spPr>
    </c:plotArea>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w="0" cap="flat" cmpd="sng" algn="ctr">
      <a:noFill/>
      <a:round/>
    </a:ln>
    <a:effectLst/>
  </c:spPr>
  <c:txPr>
    <a:bodyPr/>
    <a:lstStyle/>
    <a:p>
      <a:pPr>
        <a:defRPr/>
      </a:pPr>
      <a:endParaRPr lang="en-US"/>
    </a:p>
  </c:txPr>
  <c:externalData r:id="rId3">
    <c:autoUpdate val="0"/>
  </c:externalData>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53">
  <cs:axisTitle>
    <cs:lnRef idx="0"/>
    <cs:fillRef idx="0"/>
    <cs:effectRef idx="0"/>
    <cs:fontRef idx="minor">
      <a:schemeClr val="dk1">
        <a:lumMod val="75000"/>
        <a:lumOff val="25000"/>
      </a:schemeClr>
    </cs:fontRef>
    <cs:defRPr sz="1197" b="1" kern="1200"/>
  </cs:axisTitle>
  <cs:categoryAxis>
    <cs:lnRef idx="0"/>
    <cs:fillRef idx="0"/>
    <cs:effectRef idx="0"/>
    <cs:fontRef idx="minor">
      <a:schemeClr val="dk1">
        <a:lumMod val="75000"/>
        <a:lumOff val="25000"/>
      </a:schemeClr>
    </cs:fontRef>
    <cs:spPr>
      <a:ln w="19050" cap="flat" cmpd="sng" algn="ctr">
        <a:solidFill>
          <a:schemeClr val="dk1">
            <a:lumMod val="75000"/>
            <a:lumOff val="25000"/>
          </a:schemeClr>
        </a:solidFill>
        <a:round/>
      </a:ln>
    </cs:spPr>
    <cs:defRPr sz="1197" kern="1200" cap="all" baseline="0"/>
  </cs:categoryAxis>
  <cs:chartArea>
    <cs:lnRef idx="0"/>
    <cs:fillRef idx="0"/>
    <cs:effectRef idx="0"/>
    <cs:fontRef idx="minor">
      <a:schemeClr val="dk1"/>
    </cs:fontRef>
    <cs:spPr>
      <a:gradFill flip="none" rotWithShape="1">
        <a:gsLst>
          <a:gs pos="0">
            <a:schemeClr val="lt1"/>
          </a:gs>
          <a:gs pos="39000">
            <a:schemeClr val="lt1"/>
          </a:gs>
          <a:gs pos="100000">
            <a:schemeClr val="lt1">
              <a:lumMod val="75000"/>
            </a:schemeClr>
          </a:gs>
        </a:gsLst>
        <a:path path="circle">
          <a:fillToRect l="50000" t="-80000" r="50000" b="180000"/>
        </a:path>
        <a:tileRect/>
      </a:gradFill>
      <a:ln w="9525" cap="flat" cmpd="sng" algn="ctr">
        <a:solidFill>
          <a:schemeClr val="dk1">
            <a:lumMod val="25000"/>
            <a:lumOff val="75000"/>
          </a:schemeClr>
        </a:solidFill>
        <a:round/>
      </a:ln>
    </cs:spPr>
    <cs:defRPr sz="1197" kern="1200"/>
  </cs:chartArea>
  <cs:dataLabel>
    <cs:lnRef idx="0"/>
    <cs:fillRef idx="0"/>
    <cs:effectRef idx="0"/>
    <cs:fontRef idx="minor">
      <a:schemeClr val="lt1"/>
    </cs:fontRef>
    <cs:spPr>
      <a:pattFill prst="pct75">
        <a:fgClr>
          <a:schemeClr val="dk1">
            <a:lumMod val="75000"/>
            <a:lumOff val="25000"/>
          </a:schemeClr>
        </a:fgClr>
        <a:bgClr>
          <a:schemeClr val="dk1">
            <a:lumMod val="65000"/>
            <a:lumOff val="35000"/>
          </a:schemeClr>
        </a:bgClr>
      </a:pattFill>
      <a:effectLst>
        <a:outerShdw blurRad="50800" dist="38100" dir="2700000" algn="tl" rotWithShape="0">
          <a:prstClr val="black">
            <a:alpha val="40000"/>
          </a:prstClr>
        </a:outerShdw>
      </a:effectLst>
    </cs:spPr>
    <cs:defRPr sz="1330" b="1" i="0" u="none" strike="noStrike" kern="1200" baseline="0"/>
  </cs:dataLabel>
  <cs:dataLabelCallout>
    <cs:lnRef idx="0"/>
    <cs:fillRef idx="0"/>
    <cs:effectRef idx="0"/>
    <cs:fontRef idx="minor">
      <a:schemeClr val="lt1"/>
    </cs:fontRef>
    <cs:spPr>
      <a:pattFill prst="pct75">
        <a:fgClr>
          <a:schemeClr val="dk1">
            <a:lumMod val="75000"/>
            <a:lumOff val="25000"/>
          </a:schemeClr>
        </a:fgClr>
        <a:bgClr>
          <a:schemeClr val="dk1">
            <a:lumMod val="65000"/>
            <a:lumOff val="35000"/>
          </a:schemeClr>
        </a:bgClr>
      </a:pattFill>
      <a:effectLst>
        <a:outerShdw blurRad="50800" dist="38100" dir="2700000" algn="tl" rotWithShape="0">
          <a:prstClr val="black">
            <a:alpha val="40000"/>
          </a:prstClr>
        </a:outerShdw>
      </a:effectLst>
    </cs:spPr>
    <cs:defRPr sz="1330" b="1" i="0" u="none" strike="noStrike" kern="1200" baseline="0"/>
    <cs:bodyPr rot="0" spcFirstLastPara="1" vertOverflow="clip" horzOverflow="clip" vert="horz" wrap="square" lIns="36576" tIns="18288" rIns="36576" bIns="18288" anchor="ctr" anchorCtr="1">
      <a:spAutoFit/>
    </cs:bodyPr>
  </cs:dataLabelCallout>
  <cs:dataPoint>
    <cs:lnRef idx="0"/>
    <cs:fillRef idx="0">
      <cs:styleClr val="auto"/>
    </cs:fillRef>
    <cs:effectRef idx="0"/>
    <cs:fontRef idx="minor">
      <a:schemeClr val="dk1"/>
    </cs:fontRef>
    <cs:spPr>
      <a:solidFill>
        <a:schemeClr val="phClr"/>
      </a:solidFill>
      <a:effectLst>
        <a:outerShdw blurRad="254000" sx="102000" sy="102000" algn="ctr" rotWithShape="0">
          <a:prstClr val="black">
            <a:alpha val="20000"/>
          </a:prstClr>
        </a:outerShdw>
      </a:effectLst>
    </cs:spPr>
  </cs:dataPoint>
  <cs:dataPoint3D>
    <cs:lnRef idx="0"/>
    <cs:fillRef idx="0">
      <cs:styleClr val="auto"/>
    </cs:fillRef>
    <cs:effectRef idx="0"/>
    <cs:fontRef idx="minor">
      <a:schemeClr val="dk1"/>
    </cs:fontRef>
    <cs:spPr>
      <a:solidFill>
        <a:schemeClr val="phClr"/>
      </a:solidFill>
      <a:effectLst>
        <a:outerShdw blurRad="254000" sx="102000" sy="102000" algn="ctr" rotWithShape="0">
          <a:prstClr val="black">
            <a:alpha val="20000"/>
          </a:prstClr>
        </a:outerShdw>
      </a:effectLst>
    </cs:spPr>
  </cs:dataPoint3D>
  <cs:dataPointLine>
    <cs:lnRef idx="0">
      <cs:styleClr val="auto"/>
    </cs:lnRef>
    <cs:fillRef idx="0"/>
    <cs:effectRef idx="0"/>
    <cs:fontRef idx="minor">
      <a:schemeClr val="dk1"/>
    </cs:fontRef>
    <cs:spPr>
      <a:ln w="31750" cap="rnd">
        <a:solidFill>
          <a:schemeClr val="phClr">
            <a:alpha val="85000"/>
          </a:schemeClr>
        </a:solidFill>
        <a:round/>
      </a:ln>
    </cs:spPr>
  </cs:dataPointLine>
  <cs:dataPointMarker>
    <cs:lnRef idx="0"/>
    <cs:fillRef idx="0">
      <cs:styleClr val="auto"/>
    </cs:fillRef>
    <cs:effectRef idx="0"/>
    <cs:fontRef idx="minor">
      <a:schemeClr val="dk1"/>
    </cs:fontRef>
    <cs:spPr>
      <a:solidFill>
        <a:schemeClr val="phClr">
          <a:alpha val="85000"/>
        </a:schemeClr>
      </a:solidFill>
    </cs:spPr>
  </cs:dataPointMarker>
  <cs:dataPointMarkerLayout symbol="circle" size="6"/>
  <cs:dataPointWireframe>
    <cs:lnRef idx="0">
      <cs:styleClr val="auto"/>
    </cs:lnRef>
    <cs:fillRef idx="0"/>
    <cs:effectRef idx="0"/>
    <cs:fontRef idx="minor">
      <a:schemeClr val="dk1"/>
    </cs:fontRef>
    <cs:spPr>
      <a:ln w="9525" cap="rnd">
        <a:solidFill>
          <a:schemeClr val="phClr"/>
        </a:solidFill>
        <a:round/>
      </a:ln>
    </cs:spPr>
  </cs:dataPointWireframe>
  <cs:dataTable>
    <cs:lnRef idx="0"/>
    <cs:fillRef idx="0"/>
    <cs:effectRef idx="0"/>
    <cs:fontRef idx="minor">
      <a:schemeClr val="dk1">
        <a:lumMod val="75000"/>
        <a:lumOff val="25000"/>
      </a:schemeClr>
    </cs:fontRef>
    <cs:spPr>
      <a:ln w="9525">
        <a:solidFill>
          <a:schemeClr val="dk1">
            <a:lumMod val="35000"/>
            <a:lumOff val="65000"/>
          </a:schemeClr>
        </a:solidFill>
      </a:ln>
    </cs:spPr>
    <cs:defRPr sz="1197" kern="1200"/>
  </cs:dataTable>
  <cs:downBar>
    <cs:lnRef idx="0"/>
    <cs:fillRef idx="0"/>
    <cs:effectRef idx="0"/>
    <cs:fontRef idx="minor">
      <a:schemeClr val="dk1"/>
    </cs:fontRef>
    <cs:spPr>
      <a:solidFill>
        <a:schemeClr val="dk1">
          <a:lumMod val="50000"/>
          <a:lumOff val="50000"/>
        </a:schemeClr>
      </a:solidFill>
      <a:ln w="9525">
        <a:solidFill>
          <a:schemeClr val="dk1">
            <a:lumMod val="65000"/>
            <a:lumOff val="35000"/>
          </a:schemeClr>
        </a:solidFill>
      </a:ln>
    </cs:spPr>
  </cs:downBar>
  <cs:dropLine>
    <cs:lnRef idx="0"/>
    <cs:fillRef idx="0"/>
    <cs:effectRef idx="0"/>
    <cs:fontRef idx="minor">
      <a:schemeClr val="dk1"/>
    </cs:fontRef>
    <cs:spPr>
      <a:ln w="9525">
        <a:solidFill>
          <a:schemeClr val="dk1">
            <a:lumMod val="35000"/>
            <a:lumOff val="65000"/>
          </a:schemeClr>
        </a:solidFill>
        <a:prstDash val="dash"/>
      </a:ln>
    </cs:spPr>
  </cs:dropLine>
  <cs:errorBar>
    <cs:lnRef idx="0"/>
    <cs:fillRef idx="0"/>
    <cs:effectRef idx="0"/>
    <cs:fontRef idx="minor">
      <a:schemeClr val="dk1"/>
    </cs:fontRef>
    <cs:spPr>
      <a:ln w="9525">
        <a:solidFill>
          <a:schemeClr val="dk1">
            <a:lumMod val="65000"/>
            <a:lumOff val="35000"/>
          </a:schemeClr>
        </a:solidFill>
        <a:round/>
      </a:ln>
    </cs:spPr>
  </cs:errorBar>
  <cs:floor>
    <cs:lnRef idx="0"/>
    <cs:fillRef idx="0"/>
    <cs:effectRef idx="0"/>
    <cs:fontRef idx="minor">
      <a:schemeClr val="dk1"/>
    </cs:fontRef>
  </cs:floor>
  <cs:gridlineMajor>
    <cs:lnRef idx="0"/>
    <cs:fillRef idx="0"/>
    <cs:effectRef idx="0"/>
    <cs:fontRef idx="minor">
      <a:schemeClr val="dk1"/>
    </cs:fontRef>
    <cs:spPr>
      <a:ln w="9525" cap="flat" cmpd="sng" algn="ctr">
        <a:gradFill>
          <a:gsLst>
            <a:gs pos="100000">
              <a:schemeClr val="dk1">
                <a:lumMod val="95000"/>
                <a:lumOff val="5000"/>
                <a:alpha val="42000"/>
              </a:schemeClr>
            </a:gs>
            <a:gs pos="0">
              <a:schemeClr val="lt1">
                <a:lumMod val="75000"/>
                <a:alpha val="36000"/>
              </a:schemeClr>
            </a:gs>
          </a:gsLst>
          <a:lin ang="5400000" scaled="0"/>
        </a:gradFill>
        <a:round/>
      </a:ln>
    </cs:spPr>
  </cs:gridlineMajor>
  <cs:gridlineMinor>
    <cs:lnRef idx="0"/>
    <cs:fillRef idx="0"/>
    <cs:effectRef idx="0"/>
    <cs:fontRef idx="minor">
      <a:schemeClr val="dk1"/>
    </cs:fontRef>
    <cs:spPr>
      <a:ln>
        <a:gradFill>
          <a:gsLst>
            <a:gs pos="100000">
              <a:schemeClr val="dk1">
                <a:lumMod val="95000"/>
                <a:lumOff val="5000"/>
                <a:alpha val="42000"/>
              </a:schemeClr>
            </a:gs>
            <a:gs pos="0">
              <a:schemeClr val="lt1">
                <a:lumMod val="75000"/>
                <a:alpha val="36000"/>
              </a:schemeClr>
            </a:gs>
          </a:gsLst>
          <a:lin ang="5400000" scaled="0"/>
        </a:gradFill>
      </a:ln>
    </cs:spPr>
  </cs:gridlineMinor>
  <cs:hiLoLine>
    <cs:lnRef idx="0"/>
    <cs:fillRef idx="0"/>
    <cs:effectRef idx="0"/>
    <cs:fontRef idx="minor">
      <a:schemeClr val="dk1"/>
    </cs:fontRef>
    <cs:spPr>
      <a:ln w="9525">
        <a:solidFill>
          <a:schemeClr val="dk1">
            <a:lumMod val="35000"/>
            <a:lumOff val="65000"/>
          </a:schemeClr>
        </a:solidFill>
        <a:prstDash val="dash"/>
      </a:ln>
    </cs:spPr>
  </cs:hiLoLine>
  <cs:leaderLine>
    <cs:lnRef idx="0"/>
    <cs:fillRef idx="0"/>
    <cs:effectRef idx="0"/>
    <cs:fontRef idx="minor">
      <a:schemeClr val="dk1"/>
    </cs:fontRef>
    <cs:spPr>
      <a:ln w="9525">
        <a:solidFill>
          <a:schemeClr val="dk1">
            <a:lumMod val="50000"/>
            <a:lumOff val="50000"/>
          </a:schemeClr>
        </a:solidFill>
      </a:ln>
    </cs:spPr>
  </cs:leaderLine>
  <cs:legend>
    <cs:lnRef idx="0"/>
    <cs:fillRef idx="0"/>
    <cs:effectRef idx="0"/>
    <cs:fontRef idx="minor">
      <a:schemeClr val="dk1">
        <a:lumMod val="75000"/>
        <a:lumOff val="25000"/>
      </a:schemeClr>
    </cs:fontRef>
    <cs:spPr>
      <a:solidFill>
        <a:schemeClr val="lt1">
          <a:lumMod val="95000"/>
          <a:alpha val="39000"/>
        </a:schemeClr>
      </a:solidFill>
    </cs:spPr>
    <cs:defRPr sz="1197" kern="1200"/>
  </cs:legend>
  <cs:plotArea>
    <cs:lnRef idx="0"/>
    <cs:fillRef idx="0"/>
    <cs:effectRef idx="0"/>
    <cs:fontRef idx="minor">
      <a:schemeClr val="dk1"/>
    </cs:fontRef>
  </cs:plotArea>
  <cs:plotArea3D>
    <cs:lnRef idx="0"/>
    <cs:fillRef idx="0"/>
    <cs:effectRef idx="0"/>
    <cs:fontRef idx="minor">
      <a:schemeClr val="dk1"/>
    </cs:fontRef>
  </cs:plotArea3D>
  <cs:seriesAxis>
    <cs:lnRef idx="0"/>
    <cs:fillRef idx="0"/>
    <cs:effectRef idx="0"/>
    <cs:fontRef idx="minor">
      <a:schemeClr val="dk1">
        <a:lumMod val="75000"/>
        <a:lumOff val="25000"/>
      </a:schemeClr>
    </cs:fontRef>
    <cs:spPr>
      <a:ln w="31750" cap="flat" cmpd="sng" algn="ctr">
        <a:solidFill>
          <a:schemeClr val="dk1">
            <a:lumMod val="75000"/>
            <a:lumOff val="25000"/>
          </a:schemeClr>
        </a:solidFill>
        <a:round/>
      </a:ln>
    </cs:spPr>
    <cs:defRPr sz="1197" kern="1200"/>
  </cs:seriesAxis>
  <cs:seriesLine>
    <cs:lnRef idx="0"/>
    <cs:fillRef idx="0"/>
    <cs:effectRef idx="0"/>
    <cs:fontRef idx="minor">
      <a:schemeClr val="dk1"/>
    </cs:fontRef>
    <cs:spPr>
      <a:ln w="9525">
        <a:solidFill>
          <a:schemeClr val="dk1">
            <a:lumMod val="50000"/>
            <a:lumOff val="50000"/>
          </a:schemeClr>
        </a:solidFill>
        <a:round/>
      </a:ln>
    </cs:spPr>
  </cs:seriesLine>
  <cs:title>
    <cs:lnRef idx="0"/>
    <cs:fillRef idx="0"/>
    <cs:effectRef idx="0"/>
    <cs:fontRef idx="minor">
      <a:schemeClr val="dk1">
        <a:lumMod val="75000"/>
        <a:lumOff val="25000"/>
      </a:schemeClr>
    </cs:fontRef>
    <cs:defRPr sz="2200" b="1" kern="1200" baseline="0"/>
  </cs:title>
  <cs:trendline>
    <cs:lnRef idx="0">
      <cs:styleClr val="auto"/>
    </cs:lnRef>
    <cs:fillRef idx="0"/>
    <cs:effectRef idx="0"/>
    <cs:fontRef idx="minor">
      <a:schemeClr val="dk1"/>
    </cs:fontRef>
    <cs:spPr>
      <a:ln w="19050" cap="rnd">
        <a:solidFill>
          <a:schemeClr val="phClr"/>
        </a:solidFill>
      </a:ln>
    </cs:spPr>
  </cs:trendline>
  <cs:trendlineLabel>
    <cs:lnRef idx="0"/>
    <cs:fillRef idx="0"/>
    <cs:effectRef idx="0"/>
    <cs:fontRef idx="minor">
      <a:schemeClr val="dk1">
        <a:lumMod val="75000"/>
        <a:lumOff val="25000"/>
      </a:schemeClr>
    </cs:fontRef>
    <cs:defRPr sz="1197" kern="1200"/>
  </cs:trendlineLabel>
  <cs:upBar>
    <cs:lnRef idx="0"/>
    <cs:fillRef idx="0"/>
    <cs:effectRef idx="0"/>
    <cs:fontRef idx="minor">
      <a:schemeClr val="dk1"/>
    </cs:fontRef>
    <cs:spPr>
      <a:solidFill>
        <a:schemeClr val="lt1"/>
      </a:solidFill>
      <a:ln w="9525">
        <a:solidFill>
          <a:schemeClr val="dk1">
            <a:lumMod val="65000"/>
            <a:lumOff val="35000"/>
          </a:schemeClr>
        </a:solidFill>
      </a:ln>
    </cs:spPr>
  </cs:upBar>
  <cs:valueAxis>
    <cs:lnRef idx="0"/>
    <cs:fillRef idx="0"/>
    <cs:effectRef idx="0"/>
    <cs:fontRef idx="minor">
      <a:schemeClr val="dk1">
        <a:lumMod val="75000"/>
        <a:lumOff val="25000"/>
      </a:schemeClr>
    </cs:fontRef>
    <cs:spPr>
      <a:ln>
        <a:noFill/>
      </a:ln>
    </cs:spPr>
    <cs:defRPr sz="1197" kern="1200"/>
  </cs:valueAxis>
  <cs:wall>
    <cs:lnRef idx="0"/>
    <cs:fillRef idx="0"/>
    <cs:effectRef idx="0"/>
    <cs:fontRef idx="minor">
      <a:schemeClr val="dk1"/>
    </cs:fontRef>
  </cs:wall>
</cs:chartStyl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4" name="Google Shape;4;n"/>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lvl1pPr indent="-228600" lvl="0" marL="457200" marR="0" rtl="0" algn="l">
              <a:lnSpc>
                <a:spcPct val="100000"/>
              </a:lnSpc>
              <a:spcBef>
                <a:spcPts val="0"/>
              </a:spcBef>
              <a:spcAft>
                <a:spcPts val="0"/>
              </a:spcAft>
              <a:buClr>
                <a:srgbClr val="000000"/>
              </a:buClr>
              <a:buSzPts val="1400"/>
              <a:buFont typeface="Arial"/>
              <a:buNone/>
              <a:defRPr b="0" i="0" sz="1200" u="none" cap="none" strike="noStrike">
                <a:solidFill>
                  <a:srgbClr val="000000"/>
                </a:solidFill>
                <a:latin typeface="Open Sans"/>
                <a:ea typeface="Open Sans"/>
                <a:cs typeface="Open Sans"/>
                <a:sym typeface="Open Sans"/>
              </a:defRPr>
            </a:lvl1pPr>
            <a:lvl2pPr indent="-228600" lvl="1" marL="914400" marR="0" rtl="0" algn="l">
              <a:lnSpc>
                <a:spcPct val="100000"/>
              </a:lnSpc>
              <a:spcBef>
                <a:spcPts val="0"/>
              </a:spcBef>
              <a:spcAft>
                <a:spcPts val="0"/>
              </a:spcAft>
              <a:buClr>
                <a:srgbClr val="000000"/>
              </a:buClr>
              <a:buSzPts val="1400"/>
              <a:buFont typeface="Arial"/>
              <a:buNone/>
              <a:defRPr b="0" i="0" sz="1200" u="none" cap="none" strike="noStrike">
                <a:solidFill>
                  <a:srgbClr val="000000"/>
                </a:solidFill>
                <a:latin typeface="Open Sans"/>
                <a:ea typeface="Open Sans"/>
                <a:cs typeface="Open Sans"/>
                <a:sym typeface="Open Sans"/>
              </a:defRPr>
            </a:lvl2pPr>
            <a:lvl3pPr indent="-228600" lvl="2" marL="1371600" marR="0" rtl="0" algn="l">
              <a:lnSpc>
                <a:spcPct val="100000"/>
              </a:lnSpc>
              <a:spcBef>
                <a:spcPts val="0"/>
              </a:spcBef>
              <a:spcAft>
                <a:spcPts val="0"/>
              </a:spcAft>
              <a:buClr>
                <a:srgbClr val="000000"/>
              </a:buClr>
              <a:buSzPts val="1400"/>
              <a:buFont typeface="Arial"/>
              <a:buNone/>
              <a:defRPr b="0" i="0" sz="1200" u="none" cap="none" strike="noStrike">
                <a:solidFill>
                  <a:srgbClr val="000000"/>
                </a:solidFill>
                <a:latin typeface="Open Sans"/>
                <a:ea typeface="Open Sans"/>
                <a:cs typeface="Open Sans"/>
                <a:sym typeface="Open Sans"/>
              </a:defRPr>
            </a:lvl3pPr>
            <a:lvl4pPr indent="-228600" lvl="3" marL="1828800" marR="0" rtl="0" algn="l">
              <a:lnSpc>
                <a:spcPct val="100000"/>
              </a:lnSpc>
              <a:spcBef>
                <a:spcPts val="0"/>
              </a:spcBef>
              <a:spcAft>
                <a:spcPts val="0"/>
              </a:spcAft>
              <a:buClr>
                <a:srgbClr val="000000"/>
              </a:buClr>
              <a:buSzPts val="1400"/>
              <a:buFont typeface="Arial"/>
              <a:buNone/>
              <a:defRPr b="0" i="0" sz="1200" u="none" cap="none" strike="noStrike">
                <a:solidFill>
                  <a:srgbClr val="000000"/>
                </a:solidFill>
                <a:latin typeface="Open Sans"/>
                <a:ea typeface="Open Sans"/>
                <a:cs typeface="Open Sans"/>
                <a:sym typeface="Open Sans"/>
              </a:defRPr>
            </a:lvl4pPr>
            <a:lvl5pPr indent="-228600" lvl="4" marL="2286000" marR="0" rtl="0" algn="l">
              <a:lnSpc>
                <a:spcPct val="100000"/>
              </a:lnSpc>
              <a:spcBef>
                <a:spcPts val="0"/>
              </a:spcBef>
              <a:spcAft>
                <a:spcPts val="0"/>
              </a:spcAft>
              <a:buClr>
                <a:srgbClr val="000000"/>
              </a:buClr>
              <a:buSzPts val="1400"/>
              <a:buFont typeface="Arial"/>
              <a:buNone/>
              <a:defRPr b="0" i="0" sz="1200" u="none" cap="none" strike="noStrike">
                <a:solidFill>
                  <a:srgbClr val="000000"/>
                </a:solidFill>
                <a:latin typeface="Open Sans"/>
                <a:ea typeface="Open Sans"/>
                <a:cs typeface="Open Sans"/>
                <a:sym typeface="Open Sans"/>
              </a:defRPr>
            </a:lvl5pPr>
            <a:lvl6pPr indent="-228600" lvl="5" marL="2743200" marR="0" rtl="0" algn="l">
              <a:lnSpc>
                <a:spcPct val="100000"/>
              </a:lnSpc>
              <a:spcBef>
                <a:spcPts val="0"/>
              </a:spcBef>
              <a:spcAft>
                <a:spcPts val="0"/>
              </a:spcAft>
              <a:buClr>
                <a:srgbClr val="000000"/>
              </a:buClr>
              <a:buSzPts val="1400"/>
              <a:buFont typeface="Arial"/>
              <a:buNone/>
              <a:defRPr b="0" i="0" sz="1200" u="none" cap="none" strike="noStrike">
                <a:solidFill>
                  <a:srgbClr val="000000"/>
                </a:solidFill>
                <a:latin typeface="Open Sans"/>
                <a:ea typeface="Open Sans"/>
                <a:cs typeface="Open Sans"/>
                <a:sym typeface="Open Sans"/>
              </a:defRPr>
            </a:lvl6pPr>
            <a:lvl7pPr indent="-228600" lvl="6" marL="3200400" marR="0" rtl="0" algn="l">
              <a:lnSpc>
                <a:spcPct val="100000"/>
              </a:lnSpc>
              <a:spcBef>
                <a:spcPts val="0"/>
              </a:spcBef>
              <a:spcAft>
                <a:spcPts val="0"/>
              </a:spcAft>
              <a:buClr>
                <a:srgbClr val="000000"/>
              </a:buClr>
              <a:buSzPts val="1400"/>
              <a:buFont typeface="Arial"/>
              <a:buNone/>
              <a:defRPr b="0" i="0" sz="1200" u="none" cap="none" strike="noStrike">
                <a:solidFill>
                  <a:srgbClr val="000000"/>
                </a:solidFill>
                <a:latin typeface="Open Sans"/>
                <a:ea typeface="Open Sans"/>
                <a:cs typeface="Open Sans"/>
                <a:sym typeface="Open Sans"/>
              </a:defRPr>
            </a:lvl7pPr>
            <a:lvl8pPr indent="-228600" lvl="7" marL="3657600" marR="0" rtl="0" algn="l">
              <a:lnSpc>
                <a:spcPct val="100000"/>
              </a:lnSpc>
              <a:spcBef>
                <a:spcPts val="0"/>
              </a:spcBef>
              <a:spcAft>
                <a:spcPts val="0"/>
              </a:spcAft>
              <a:buClr>
                <a:srgbClr val="000000"/>
              </a:buClr>
              <a:buSzPts val="1400"/>
              <a:buFont typeface="Arial"/>
              <a:buNone/>
              <a:defRPr b="0" i="0" sz="1200" u="none" cap="none" strike="noStrike">
                <a:solidFill>
                  <a:srgbClr val="000000"/>
                </a:solidFill>
                <a:latin typeface="Open Sans"/>
                <a:ea typeface="Open Sans"/>
                <a:cs typeface="Open Sans"/>
                <a:sym typeface="Open Sans"/>
              </a:defRPr>
            </a:lvl8pPr>
            <a:lvl9pPr indent="-228600" lvl="8" marL="4114800" marR="0" rtl="0" algn="l">
              <a:lnSpc>
                <a:spcPct val="100000"/>
              </a:lnSpc>
              <a:spcBef>
                <a:spcPts val="0"/>
              </a:spcBef>
              <a:spcAft>
                <a:spcPts val="0"/>
              </a:spcAft>
              <a:buClr>
                <a:srgbClr val="000000"/>
              </a:buClr>
              <a:buSzPts val="1400"/>
              <a:buFont typeface="Arial"/>
              <a:buNone/>
              <a:defRPr b="0" i="0" sz="1200" u="none" cap="none" strike="noStrike">
                <a:solidFill>
                  <a:srgbClr val="000000"/>
                </a:solidFill>
                <a:latin typeface="Open Sans"/>
                <a:ea typeface="Open Sans"/>
                <a:cs typeface="Open Sans"/>
                <a:sym typeface="Open Sans"/>
              </a:defRPr>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0" name="Shape 120"/>
        <p:cNvGrpSpPr/>
        <p:nvPr/>
      </p:nvGrpSpPr>
      <p:grpSpPr>
        <a:xfrm>
          <a:off x="0" y="0"/>
          <a:ext cx="0" cy="0"/>
          <a:chOff x="0" y="0"/>
          <a:chExt cx="0" cy="0"/>
        </a:xfrm>
      </p:grpSpPr>
      <p:sp>
        <p:nvSpPr>
          <p:cNvPr id="121" name="Google Shape;121;p1: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22" name="Google Shape;122;p1: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6" name="Shape 126"/>
        <p:cNvGrpSpPr/>
        <p:nvPr/>
      </p:nvGrpSpPr>
      <p:grpSpPr>
        <a:xfrm>
          <a:off x="0" y="0"/>
          <a:ext cx="0" cy="0"/>
          <a:chOff x="0" y="0"/>
          <a:chExt cx="0" cy="0"/>
        </a:xfrm>
      </p:grpSpPr>
      <p:sp>
        <p:nvSpPr>
          <p:cNvPr id="127" name="Google Shape;127;p2: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28" name="Google Shape;128;p2: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1" name="Shape 131"/>
        <p:cNvGrpSpPr/>
        <p:nvPr/>
      </p:nvGrpSpPr>
      <p:grpSpPr>
        <a:xfrm>
          <a:off x="0" y="0"/>
          <a:ext cx="0" cy="0"/>
          <a:chOff x="0" y="0"/>
          <a:chExt cx="0" cy="0"/>
        </a:xfrm>
      </p:grpSpPr>
      <p:sp>
        <p:nvSpPr>
          <p:cNvPr id="132" name="Google Shape;132;p3: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33" name="Google Shape;133;p3: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7" name="Shape 137"/>
        <p:cNvGrpSpPr/>
        <p:nvPr/>
      </p:nvGrpSpPr>
      <p:grpSpPr>
        <a:xfrm>
          <a:off x="0" y="0"/>
          <a:ext cx="0" cy="0"/>
          <a:chOff x="0" y="0"/>
          <a:chExt cx="0" cy="0"/>
        </a:xfrm>
      </p:grpSpPr>
      <p:sp>
        <p:nvSpPr>
          <p:cNvPr id="138" name="Google Shape;138;p4: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39" name="Google Shape;139;p4: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2" name="Shape 142"/>
        <p:cNvGrpSpPr/>
        <p:nvPr/>
      </p:nvGrpSpPr>
      <p:grpSpPr>
        <a:xfrm>
          <a:off x="0" y="0"/>
          <a:ext cx="0" cy="0"/>
          <a:chOff x="0" y="0"/>
          <a:chExt cx="0" cy="0"/>
        </a:xfrm>
      </p:grpSpPr>
      <p:sp>
        <p:nvSpPr>
          <p:cNvPr id="143" name="Google Shape;143;p5: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44" name="Google Shape;144;p5: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8" name="Shape 148"/>
        <p:cNvGrpSpPr/>
        <p:nvPr/>
      </p:nvGrpSpPr>
      <p:grpSpPr>
        <a:xfrm>
          <a:off x="0" y="0"/>
          <a:ext cx="0" cy="0"/>
          <a:chOff x="0" y="0"/>
          <a:chExt cx="0" cy="0"/>
        </a:xfrm>
      </p:grpSpPr>
      <p:sp>
        <p:nvSpPr>
          <p:cNvPr id="149" name="Google Shape;149;p6: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50" name="Google Shape;150;p6: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4" name="Shape 154"/>
        <p:cNvGrpSpPr/>
        <p:nvPr/>
      </p:nvGrpSpPr>
      <p:grpSpPr>
        <a:xfrm>
          <a:off x="0" y="0"/>
          <a:ext cx="0" cy="0"/>
          <a:chOff x="0" y="0"/>
          <a:chExt cx="0" cy="0"/>
        </a:xfrm>
      </p:grpSpPr>
      <p:sp>
        <p:nvSpPr>
          <p:cNvPr id="155" name="Google Shape;155;p7: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56" name="Google Shape;156;p7: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9" name="Shape 159"/>
        <p:cNvGrpSpPr/>
        <p:nvPr/>
      </p:nvGrpSpPr>
      <p:grpSpPr>
        <a:xfrm>
          <a:off x="0" y="0"/>
          <a:ext cx="0" cy="0"/>
          <a:chOff x="0" y="0"/>
          <a:chExt cx="0" cy="0"/>
        </a:xfrm>
      </p:grpSpPr>
      <p:sp>
        <p:nvSpPr>
          <p:cNvPr id="160" name="Google Shape;160;p8: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61" name="Google Shape;161;p8: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5" name="Shape 165"/>
        <p:cNvGrpSpPr/>
        <p:nvPr/>
      </p:nvGrpSpPr>
      <p:grpSpPr>
        <a:xfrm>
          <a:off x="0" y="0"/>
          <a:ext cx="0" cy="0"/>
          <a:chOff x="0" y="0"/>
          <a:chExt cx="0" cy="0"/>
        </a:xfrm>
      </p:grpSpPr>
      <p:sp>
        <p:nvSpPr>
          <p:cNvPr id="166" name="Google Shape;166;p9: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67" name="Google Shape;167;p9: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1" name="Shape 171"/>
        <p:cNvGrpSpPr/>
        <p:nvPr/>
      </p:nvGrpSpPr>
      <p:grpSpPr>
        <a:xfrm>
          <a:off x="0" y="0"/>
          <a:ext cx="0" cy="0"/>
          <a:chOff x="0" y="0"/>
          <a:chExt cx="0" cy="0"/>
        </a:xfrm>
      </p:grpSpPr>
      <p:sp>
        <p:nvSpPr>
          <p:cNvPr id="172" name="Google Shape;172;p10: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73" name="Google Shape;173;p10: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png"/><Relationship Id="rId3" Type="http://schemas.openxmlformats.org/officeDocument/2006/relationships/image" Target="../media/image2.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pn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png"/><Relationship Id="rId3" Type="http://schemas.openxmlformats.org/officeDocument/2006/relationships/image" Target="../media/image1.pn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png"/><Relationship Id="rId3" Type="http://schemas.openxmlformats.org/officeDocument/2006/relationships/image" Target="../media/image1.png"/></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png"/><Relationship Id="rId3" Type="http://schemas.openxmlformats.org/officeDocument/2006/relationships/image" Target="../media/image1.png"/></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png"/><Relationship Id="rId3" Type="http://schemas.openxmlformats.org/officeDocument/2006/relationships/image" Target="../media/image1.png"/></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png"/><Relationship Id="rId3" Type="http://schemas.openxmlformats.org/officeDocument/2006/relationships/image" Target="../media/image1.png"/></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png"/><Relationship Id="rId3" Type="http://schemas.openxmlformats.org/officeDocument/2006/relationships/image" Target="../media/image1.png"/></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png"/><Relationship Id="rId3" Type="http://schemas.openxmlformats.org/officeDocument/2006/relationships/image" Target="../media/image1.png"/><Relationship Id="rId4" Type="http://schemas.openxmlformats.org/officeDocument/2006/relationships/chart" Target="../charts/chart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png"/><Relationship Id="rId3" Type="http://schemas.openxmlformats.org/officeDocument/2006/relationships/image" Target="../media/image1.png"/></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p:cSld name="Title Slide">
    <p:spTree>
      <p:nvGrpSpPr>
        <p:cNvPr id="9" name="Shape 9"/>
        <p:cNvGrpSpPr/>
        <p:nvPr/>
      </p:nvGrpSpPr>
      <p:grpSpPr>
        <a:xfrm>
          <a:off x="0" y="0"/>
          <a:ext cx="0" cy="0"/>
          <a:chOff x="0" y="0"/>
          <a:chExt cx="0" cy="0"/>
        </a:xfrm>
      </p:grpSpPr>
      <p:pic>
        <p:nvPicPr>
          <p:cNvPr descr="Picture 6" id="10" name="Google Shape;10;p12"/>
          <p:cNvPicPr preferRelativeResize="0"/>
          <p:nvPr/>
        </p:nvPicPr>
        <p:blipFill rotWithShape="1">
          <a:blip r:embed="rId2">
            <a:alphaModFix/>
          </a:blip>
          <a:srcRect b="0" l="0" r="0" t="0"/>
          <a:stretch/>
        </p:blipFill>
        <p:spPr>
          <a:xfrm>
            <a:off x="0" y="0"/>
            <a:ext cx="12192000" cy="6858000"/>
          </a:xfrm>
          <a:prstGeom prst="rect">
            <a:avLst/>
          </a:prstGeom>
          <a:noFill/>
          <a:ln>
            <a:noFill/>
          </a:ln>
        </p:spPr>
      </p:pic>
      <p:sp>
        <p:nvSpPr>
          <p:cNvPr id="11" name="Google Shape;11;p12"/>
          <p:cNvSpPr/>
          <p:nvPr/>
        </p:nvSpPr>
        <p:spPr>
          <a:xfrm>
            <a:off x="4972833" y="0"/>
            <a:ext cx="7219167" cy="6858000"/>
          </a:xfrm>
          <a:prstGeom prst="rect">
            <a:avLst/>
          </a:prstGeom>
          <a:solidFill>
            <a:srgbClr val="F2F2F2"/>
          </a:solidFill>
          <a:ln>
            <a:noFill/>
          </a:ln>
        </p:spPr>
        <p:txBody>
          <a:bodyPr anchorCtr="0" anchor="ctr" bIns="45700" lIns="45700" spcFirstLastPara="1" rIns="45700" wrap="square" tIns="45700">
            <a:spAutoFit/>
          </a:bodyPr>
          <a:lstStyle/>
          <a:p>
            <a:pPr indent="0" lvl="0" marL="0" marR="0" rtl="0" algn="l">
              <a:lnSpc>
                <a:spcPct val="100000"/>
              </a:lnSpc>
              <a:spcBef>
                <a:spcPts val="0"/>
              </a:spcBef>
              <a:spcAft>
                <a:spcPts val="0"/>
              </a:spcAft>
              <a:buClr>
                <a:srgbClr val="000000"/>
              </a:buClr>
              <a:buSzPts val="1800"/>
              <a:buFont typeface="Calibri"/>
              <a:buNone/>
            </a:pPr>
            <a:r>
              <a:t/>
            </a:r>
            <a:endParaRPr b="0" i="0" sz="1800" u="none" cap="none" strike="noStrike">
              <a:solidFill>
                <a:srgbClr val="000000"/>
              </a:solidFill>
              <a:latin typeface="Calibri"/>
              <a:ea typeface="Calibri"/>
              <a:cs typeface="Calibri"/>
              <a:sym typeface="Calibri"/>
            </a:endParaRPr>
          </a:p>
        </p:txBody>
      </p:sp>
      <p:cxnSp>
        <p:nvCxnSpPr>
          <p:cNvPr id="12" name="Google Shape;12;p12"/>
          <p:cNvCxnSpPr/>
          <p:nvPr/>
        </p:nvCxnSpPr>
        <p:spPr>
          <a:xfrm>
            <a:off x="5776231" y="3745282"/>
            <a:ext cx="5687223" cy="0"/>
          </a:xfrm>
          <a:prstGeom prst="straightConnector1">
            <a:avLst/>
          </a:prstGeom>
          <a:noFill/>
          <a:ln cap="flat" cmpd="sng" w="12700">
            <a:solidFill>
              <a:srgbClr val="A5A5A5"/>
            </a:solidFill>
            <a:prstDash val="solid"/>
            <a:miter lim="800000"/>
            <a:headEnd len="sm" w="sm" type="none"/>
            <a:tailEnd len="sm" w="sm" type="none"/>
          </a:ln>
        </p:spPr>
      </p:cxnSp>
      <p:sp>
        <p:nvSpPr>
          <p:cNvPr id="13" name="Google Shape;13;p12"/>
          <p:cNvSpPr txBox="1"/>
          <p:nvPr>
            <p:ph idx="1" type="body"/>
          </p:nvPr>
        </p:nvSpPr>
        <p:spPr>
          <a:xfrm>
            <a:off x="5732463" y="2284413"/>
            <a:ext cx="5730875" cy="1200150"/>
          </a:xfrm>
          <a:prstGeom prst="rect">
            <a:avLst/>
          </a:prstGeom>
          <a:noFill/>
          <a:ln>
            <a:noFill/>
          </a:ln>
        </p:spPr>
        <p:txBody>
          <a:bodyPr anchorCtr="0" anchor="ctr" bIns="45700" lIns="45700" spcFirstLastPara="1" rIns="45700" wrap="square" tIns="45700">
            <a:normAutofit/>
          </a:bodyPr>
          <a:lstStyle>
            <a:lvl1pPr indent="-228600" lvl="0" marL="457200" algn="l">
              <a:lnSpc>
                <a:spcPct val="90000"/>
              </a:lnSpc>
              <a:spcBef>
                <a:spcPts val="1000"/>
              </a:spcBef>
              <a:spcAft>
                <a:spcPts val="0"/>
              </a:spcAft>
              <a:buClr>
                <a:srgbClr val="5D5D5D"/>
              </a:buClr>
              <a:buSzPts val="3600"/>
              <a:buNone/>
              <a:defRPr sz="3600">
                <a:solidFill>
                  <a:srgbClr val="5D5D5D"/>
                </a:solidFill>
              </a:defRPr>
            </a:lvl1pPr>
            <a:lvl2pPr indent="-342900" lvl="1" marL="914400" algn="l">
              <a:lnSpc>
                <a:spcPct val="90000"/>
              </a:lnSpc>
              <a:spcBef>
                <a:spcPts val="1000"/>
              </a:spcBef>
              <a:spcAft>
                <a:spcPts val="0"/>
              </a:spcAft>
              <a:buClr>
                <a:srgbClr val="5D5D5D"/>
              </a:buClr>
              <a:buSzPts val="1800"/>
              <a:buChar char="•"/>
              <a:defRPr/>
            </a:lvl2pPr>
            <a:lvl3pPr indent="-342900" lvl="2" marL="1371600" algn="l">
              <a:lnSpc>
                <a:spcPct val="90000"/>
              </a:lnSpc>
              <a:spcBef>
                <a:spcPts val="1000"/>
              </a:spcBef>
              <a:spcAft>
                <a:spcPts val="0"/>
              </a:spcAft>
              <a:buClr>
                <a:srgbClr val="5D5D5D"/>
              </a:buClr>
              <a:buSzPts val="1800"/>
              <a:buChar char="•"/>
              <a:defRPr/>
            </a:lvl3pPr>
            <a:lvl4pPr indent="-342900" lvl="3" marL="1828800" algn="l">
              <a:lnSpc>
                <a:spcPct val="90000"/>
              </a:lnSpc>
              <a:spcBef>
                <a:spcPts val="1000"/>
              </a:spcBef>
              <a:spcAft>
                <a:spcPts val="0"/>
              </a:spcAft>
              <a:buClr>
                <a:srgbClr val="5D5D5D"/>
              </a:buClr>
              <a:buSzPts val="1800"/>
              <a:buChar char="•"/>
              <a:defRPr/>
            </a:lvl4pPr>
            <a:lvl5pPr indent="-355600" lvl="4" marL="2286000" algn="l">
              <a:lnSpc>
                <a:spcPct val="90000"/>
              </a:lnSpc>
              <a:spcBef>
                <a:spcPts val="1000"/>
              </a:spcBef>
              <a:spcAft>
                <a:spcPts val="0"/>
              </a:spcAft>
              <a:buClr>
                <a:srgbClr val="5D5D5D"/>
              </a:buClr>
              <a:buSzPts val="2000"/>
              <a:buChar char="•"/>
              <a:defRPr/>
            </a:lvl5pPr>
            <a:lvl6pPr indent="-342900" lvl="5" marL="2743200" algn="l">
              <a:lnSpc>
                <a:spcPct val="90000"/>
              </a:lnSpc>
              <a:spcBef>
                <a:spcPts val="1000"/>
              </a:spcBef>
              <a:spcAft>
                <a:spcPts val="0"/>
              </a:spcAft>
              <a:buClr>
                <a:srgbClr val="000000"/>
              </a:buClr>
              <a:buSzPts val="1800"/>
              <a:buChar char="•"/>
              <a:defRPr/>
            </a:lvl6pPr>
            <a:lvl7pPr indent="-342900" lvl="6" marL="3200400" algn="l">
              <a:lnSpc>
                <a:spcPct val="90000"/>
              </a:lnSpc>
              <a:spcBef>
                <a:spcPts val="1000"/>
              </a:spcBef>
              <a:spcAft>
                <a:spcPts val="0"/>
              </a:spcAft>
              <a:buClr>
                <a:srgbClr val="000000"/>
              </a:buClr>
              <a:buSzPts val="1800"/>
              <a:buChar char="•"/>
              <a:defRPr/>
            </a:lvl7pPr>
            <a:lvl8pPr indent="-342900" lvl="7" marL="3657600" algn="l">
              <a:lnSpc>
                <a:spcPct val="90000"/>
              </a:lnSpc>
              <a:spcBef>
                <a:spcPts val="1000"/>
              </a:spcBef>
              <a:spcAft>
                <a:spcPts val="0"/>
              </a:spcAft>
              <a:buClr>
                <a:srgbClr val="000000"/>
              </a:buClr>
              <a:buSzPts val="1800"/>
              <a:buChar char="•"/>
              <a:defRPr/>
            </a:lvl8pPr>
            <a:lvl9pPr indent="-342900" lvl="8" marL="4114800" algn="l">
              <a:lnSpc>
                <a:spcPct val="90000"/>
              </a:lnSpc>
              <a:spcBef>
                <a:spcPts val="1000"/>
              </a:spcBef>
              <a:spcAft>
                <a:spcPts val="0"/>
              </a:spcAft>
              <a:buClr>
                <a:srgbClr val="000000"/>
              </a:buClr>
              <a:buSzPts val="1800"/>
              <a:buChar char="•"/>
              <a:defRPr/>
            </a:lvl9pPr>
          </a:lstStyle>
          <a:p/>
        </p:txBody>
      </p:sp>
      <p:sp>
        <p:nvSpPr>
          <p:cNvPr id="14" name="Google Shape;14;p12"/>
          <p:cNvSpPr txBox="1"/>
          <p:nvPr>
            <p:ph idx="2" type="body"/>
          </p:nvPr>
        </p:nvSpPr>
        <p:spPr>
          <a:xfrm>
            <a:off x="5788025" y="4026802"/>
            <a:ext cx="3270250" cy="338137"/>
          </a:xfrm>
          <a:prstGeom prst="rect">
            <a:avLst/>
          </a:prstGeom>
          <a:noFill/>
          <a:ln>
            <a:noFill/>
          </a:ln>
        </p:spPr>
        <p:txBody>
          <a:bodyPr anchorCtr="0" anchor="ctr" bIns="45700" lIns="45700" spcFirstLastPara="1" rIns="45700" wrap="square" tIns="45700">
            <a:normAutofit/>
          </a:bodyPr>
          <a:lstStyle>
            <a:lvl1pPr indent="-228600" lvl="0" marL="457200" algn="l">
              <a:lnSpc>
                <a:spcPct val="90000"/>
              </a:lnSpc>
              <a:spcBef>
                <a:spcPts val="1000"/>
              </a:spcBef>
              <a:spcAft>
                <a:spcPts val="0"/>
              </a:spcAft>
              <a:buClr>
                <a:srgbClr val="5D5D5D"/>
              </a:buClr>
              <a:buSzPts val="1600"/>
              <a:buNone/>
              <a:defRPr b="1" sz="1600" cap="none">
                <a:solidFill>
                  <a:srgbClr val="5D5D5D"/>
                </a:solidFill>
                <a:latin typeface="Open Sans"/>
                <a:ea typeface="Open Sans"/>
                <a:cs typeface="Open Sans"/>
                <a:sym typeface="Open Sans"/>
              </a:defRPr>
            </a:lvl1pPr>
            <a:lvl2pPr indent="-342900" lvl="1" marL="914400" algn="l">
              <a:lnSpc>
                <a:spcPct val="90000"/>
              </a:lnSpc>
              <a:spcBef>
                <a:spcPts val="1000"/>
              </a:spcBef>
              <a:spcAft>
                <a:spcPts val="0"/>
              </a:spcAft>
              <a:buClr>
                <a:srgbClr val="5D5D5D"/>
              </a:buClr>
              <a:buSzPts val="1800"/>
              <a:buChar char="•"/>
              <a:defRPr/>
            </a:lvl2pPr>
            <a:lvl3pPr indent="-342900" lvl="2" marL="1371600" algn="l">
              <a:lnSpc>
                <a:spcPct val="90000"/>
              </a:lnSpc>
              <a:spcBef>
                <a:spcPts val="1000"/>
              </a:spcBef>
              <a:spcAft>
                <a:spcPts val="0"/>
              </a:spcAft>
              <a:buClr>
                <a:srgbClr val="5D5D5D"/>
              </a:buClr>
              <a:buSzPts val="1800"/>
              <a:buChar char="•"/>
              <a:defRPr/>
            </a:lvl3pPr>
            <a:lvl4pPr indent="-342900" lvl="3" marL="1828800" algn="l">
              <a:lnSpc>
                <a:spcPct val="90000"/>
              </a:lnSpc>
              <a:spcBef>
                <a:spcPts val="1000"/>
              </a:spcBef>
              <a:spcAft>
                <a:spcPts val="0"/>
              </a:spcAft>
              <a:buClr>
                <a:srgbClr val="5D5D5D"/>
              </a:buClr>
              <a:buSzPts val="1800"/>
              <a:buChar char="•"/>
              <a:defRPr/>
            </a:lvl4pPr>
            <a:lvl5pPr indent="-342900" lvl="4" marL="2286000" algn="l">
              <a:lnSpc>
                <a:spcPct val="90000"/>
              </a:lnSpc>
              <a:spcBef>
                <a:spcPts val="1000"/>
              </a:spcBef>
              <a:spcAft>
                <a:spcPts val="0"/>
              </a:spcAft>
              <a:buClr>
                <a:srgbClr val="5D5D5D"/>
              </a:buClr>
              <a:buSzPts val="1800"/>
              <a:buChar char="•"/>
              <a:defRPr/>
            </a:lvl5pPr>
            <a:lvl6pPr indent="-342900" lvl="5" marL="2743200" algn="l">
              <a:lnSpc>
                <a:spcPct val="90000"/>
              </a:lnSpc>
              <a:spcBef>
                <a:spcPts val="1000"/>
              </a:spcBef>
              <a:spcAft>
                <a:spcPts val="0"/>
              </a:spcAft>
              <a:buClr>
                <a:srgbClr val="000000"/>
              </a:buClr>
              <a:buSzPts val="1800"/>
              <a:buChar char="•"/>
              <a:defRPr/>
            </a:lvl6pPr>
            <a:lvl7pPr indent="-342900" lvl="6" marL="3200400" algn="l">
              <a:lnSpc>
                <a:spcPct val="90000"/>
              </a:lnSpc>
              <a:spcBef>
                <a:spcPts val="1000"/>
              </a:spcBef>
              <a:spcAft>
                <a:spcPts val="0"/>
              </a:spcAft>
              <a:buClr>
                <a:srgbClr val="000000"/>
              </a:buClr>
              <a:buSzPts val="1800"/>
              <a:buChar char="•"/>
              <a:defRPr/>
            </a:lvl7pPr>
            <a:lvl8pPr indent="-342900" lvl="7" marL="3657600" algn="l">
              <a:lnSpc>
                <a:spcPct val="90000"/>
              </a:lnSpc>
              <a:spcBef>
                <a:spcPts val="1000"/>
              </a:spcBef>
              <a:spcAft>
                <a:spcPts val="0"/>
              </a:spcAft>
              <a:buClr>
                <a:srgbClr val="000000"/>
              </a:buClr>
              <a:buSzPts val="1800"/>
              <a:buChar char="•"/>
              <a:defRPr/>
            </a:lvl8pPr>
            <a:lvl9pPr indent="-342900" lvl="8" marL="4114800" algn="l">
              <a:lnSpc>
                <a:spcPct val="90000"/>
              </a:lnSpc>
              <a:spcBef>
                <a:spcPts val="1000"/>
              </a:spcBef>
              <a:spcAft>
                <a:spcPts val="0"/>
              </a:spcAft>
              <a:buClr>
                <a:srgbClr val="000000"/>
              </a:buClr>
              <a:buSzPts val="1800"/>
              <a:buChar char="•"/>
              <a:defRPr/>
            </a:lvl9pPr>
          </a:lstStyle>
          <a:p/>
        </p:txBody>
      </p:sp>
      <p:pic>
        <p:nvPicPr>
          <p:cNvPr id="15" name="Google Shape;15;p12"/>
          <p:cNvPicPr preferRelativeResize="0"/>
          <p:nvPr/>
        </p:nvPicPr>
        <p:blipFill rotWithShape="1">
          <a:blip r:embed="rId3">
            <a:alphaModFix/>
          </a:blip>
          <a:srcRect b="0" l="0" r="0" t="0"/>
          <a:stretch/>
        </p:blipFill>
        <p:spPr>
          <a:xfrm>
            <a:off x="2604543" y="2556221"/>
            <a:ext cx="2078103" cy="1319671"/>
          </a:xfrm>
          <a:prstGeom prst="rect">
            <a:avLst/>
          </a:prstGeom>
          <a:noFill/>
          <a:ln>
            <a:noFill/>
          </a:ln>
        </p:spPr>
      </p:pic>
      <p:sp>
        <p:nvSpPr>
          <p:cNvPr id="16" name="Google Shape;16;p12"/>
          <p:cNvSpPr txBox="1"/>
          <p:nvPr>
            <p:ph idx="3" type="body"/>
          </p:nvPr>
        </p:nvSpPr>
        <p:spPr>
          <a:xfrm>
            <a:off x="5781891" y="4449077"/>
            <a:ext cx="5926137" cy="646112"/>
          </a:xfrm>
          <a:prstGeom prst="rect">
            <a:avLst/>
          </a:prstGeom>
          <a:noFill/>
          <a:ln>
            <a:noFill/>
          </a:ln>
        </p:spPr>
        <p:txBody>
          <a:bodyPr anchorCtr="0" anchor="t" bIns="45700" lIns="45700" spcFirstLastPara="1" rIns="45700" wrap="square" tIns="45700">
            <a:noAutofit/>
          </a:bodyPr>
          <a:lstStyle>
            <a:lvl1pPr indent="-228600" lvl="0" marL="457200" algn="l">
              <a:lnSpc>
                <a:spcPct val="100000"/>
              </a:lnSpc>
              <a:spcBef>
                <a:spcPts val="0"/>
              </a:spcBef>
              <a:spcAft>
                <a:spcPts val="0"/>
              </a:spcAft>
              <a:buClr>
                <a:srgbClr val="5D5D5D"/>
              </a:buClr>
              <a:buSzPts val="1800"/>
              <a:buNone/>
              <a:defRPr sz="1800">
                <a:solidFill>
                  <a:srgbClr val="5D5D5D"/>
                </a:solidFill>
                <a:latin typeface="Open Sans"/>
                <a:ea typeface="Open Sans"/>
                <a:cs typeface="Open Sans"/>
                <a:sym typeface="Open Sans"/>
              </a:defRPr>
            </a:lvl1pPr>
            <a:lvl2pPr indent="-342900" lvl="1" marL="914400" algn="l">
              <a:lnSpc>
                <a:spcPct val="90000"/>
              </a:lnSpc>
              <a:spcBef>
                <a:spcPts val="1000"/>
              </a:spcBef>
              <a:spcAft>
                <a:spcPts val="0"/>
              </a:spcAft>
              <a:buClr>
                <a:srgbClr val="5D5D5D"/>
              </a:buClr>
              <a:buSzPts val="1800"/>
              <a:buChar char="•"/>
              <a:defRPr/>
            </a:lvl2pPr>
            <a:lvl3pPr indent="-342900" lvl="2" marL="1371600" algn="l">
              <a:lnSpc>
                <a:spcPct val="90000"/>
              </a:lnSpc>
              <a:spcBef>
                <a:spcPts val="1000"/>
              </a:spcBef>
              <a:spcAft>
                <a:spcPts val="0"/>
              </a:spcAft>
              <a:buClr>
                <a:srgbClr val="5D5D5D"/>
              </a:buClr>
              <a:buSzPts val="1800"/>
              <a:buChar char="•"/>
              <a:defRPr/>
            </a:lvl3pPr>
            <a:lvl4pPr indent="-342900" lvl="3" marL="1828800" algn="l">
              <a:lnSpc>
                <a:spcPct val="90000"/>
              </a:lnSpc>
              <a:spcBef>
                <a:spcPts val="1000"/>
              </a:spcBef>
              <a:spcAft>
                <a:spcPts val="0"/>
              </a:spcAft>
              <a:buClr>
                <a:srgbClr val="5D5D5D"/>
              </a:buClr>
              <a:buSzPts val="1800"/>
              <a:buChar char="•"/>
              <a:defRPr/>
            </a:lvl4pPr>
            <a:lvl5pPr indent="-342900" lvl="4" marL="2286000" algn="l">
              <a:lnSpc>
                <a:spcPct val="90000"/>
              </a:lnSpc>
              <a:spcBef>
                <a:spcPts val="1000"/>
              </a:spcBef>
              <a:spcAft>
                <a:spcPts val="0"/>
              </a:spcAft>
              <a:buClr>
                <a:srgbClr val="5D5D5D"/>
              </a:buClr>
              <a:buSzPts val="1800"/>
              <a:buChar char="•"/>
              <a:defRPr/>
            </a:lvl5pPr>
            <a:lvl6pPr indent="-342900" lvl="5" marL="2743200" algn="l">
              <a:lnSpc>
                <a:spcPct val="90000"/>
              </a:lnSpc>
              <a:spcBef>
                <a:spcPts val="1000"/>
              </a:spcBef>
              <a:spcAft>
                <a:spcPts val="0"/>
              </a:spcAft>
              <a:buClr>
                <a:srgbClr val="000000"/>
              </a:buClr>
              <a:buSzPts val="1800"/>
              <a:buChar char="•"/>
              <a:defRPr/>
            </a:lvl6pPr>
            <a:lvl7pPr indent="-342900" lvl="6" marL="3200400" algn="l">
              <a:lnSpc>
                <a:spcPct val="90000"/>
              </a:lnSpc>
              <a:spcBef>
                <a:spcPts val="1000"/>
              </a:spcBef>
              <a:spcAft>
                <a:spcPts val="0"/>
              </a:spcAft>
              <a:buClr>
                <a:srgbClr val="000000"/>
              </a:buClr>
              <a:buSzPts val="1800"/>
              <a:buChar char="•"/>
              <a:defRPr/>
            </a:lvl7pPr>
            <a:lvl8pPr indent="-342900" lvl="7" marL="3657600" algn="l">
              <a:lnSpc>
                <a:spcPct val="90000"/>
              </a:lnSpc>
              <a:spcBef>
                <a:spcPts val="1000"/>
              </a:spcBef>
              <a:spcAft>
                <a:spcPts val="0"/>
              </a:spcAft>
              <a:buClr>
                <a:srgbClr val="000000"/>
              </a:buClr>
              <a:buSzPts val="1800"/>
              <a:buChar char="•"/>
              <a:defRPr/>
            </a:lvl8pPr>
            <a:lvl9pPr indent="-342900" lvl="8" marL="4114800" algn="l">
              <a:lnSpc>
                <a:spcPct val="90000"/>
              </a:lnSpc>
              <a:spcBef>
                <a:spcPts val="1000"/>
              </a:spcBef>
              <a:spcAft>
                <a:spcPts val="0"/>
              </a:spcAft>
              <a:buClr>
                <a:srgbClr val="000000"/>
              </a:buClr>
              <a:buSzPts val="1800"/>
              <a:buChar char="•"/>
              <a:defRPr/>
            </a:lvl9pPr>
          </a:lstStyle>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Agenda Slide">
  <p:cSld name="Agenda Slide">
    <p:spTree>
      <p:nvGrpSpPr>
        <p:cNvPr id="17" name="Shape 17"/>
        <p:cNvGrpSpPr/>
        <p:nvPr/>
      </p:nvGrpSpPr>
      <p:grpSpPr>
        <a:xfrm>
          <a:off x="0" y="0"/>
          <a:ext cx="0" cy="0"/>
          <a:chOff x="0" y="0"/>
          <a:chExt cx="0" cy="0"/>
        </a:xfrm>
      </p:grpSpPr>
      <p:pic>
        <p:nvPicPr>
          <p:cNvPr descr="Picture 6" id="18" name="Google Shape;18;p13"/>
          <p:cNvPicPr preferRelativeResize="0"/>
          <p:nvPr/>
        </p:nvPicPr>
        <p:blipFill rotWithShape="1">
          <a:blip r:embed="rId2">
            <a:alphaModFix/>
          </a:blip>
          <a:srcRect b="0" l="0" r="0" t="0"/>
          <a:stretch/>
        </p:blipFill>
        <p:spPr>
          <a:xfrm>
            <a:off x="0" y="0"/>
            <a:ext cx="12192000" cy="6858000"/>
          </a:xfrm>
          <a:prstGeom prst="rect">
            <a:avLst/>
          </a:prstGeom>
          <a:noFill/>
          <a:ln>
            <a:noFill/>
          </a:ln>
        </p:spPr>
      </p:pic>
      <p:sp>
        <p:nvSpPr>
          <p:cNvPr id="19" name="Google Shape;19;p13"/>
          <p:cNvSpPr/>
          <p:nvPr/>
        </p:nvSpPr>
        <p:spPr>
          <a:xfrm>
            <a:off x="588723" y="588724"/>
            <a:ext cx="11014553" cy="5680551"/>
          </a:xfrm>
          <a:prstGeom prst="rect">
            <a:avLst/>
          </a:prstGeom>
          <a:solidFill>
            <a:srgbClr val="F2F2F2"/>
          </a:solidFill>
          <a:ln>
            <a:noFill/>
          </a:ln>
        </p:spPr>
        <p:txBody>
          <a:bodyPr anchorCtr="0" anchor="ctr" bIns="45700" lIns="45700" spcFirstLastPara="1" rIns="45700" wrap="square" tIns="45700">
            <a:spAutoFit/>
          </a:bodyPr>
          <a:lstStyle/>
          <a:p>
            <a:pPr indent="0" lvl="0" marL="0" marR="0" rtl="0" algn="l">
              <a:lnSpc>
                <a:spcPct val="100000"/>
              </a:lnSpc>
              <a:spcBef>
                <a:spcPts val="0"/>
              </a:spcBef>
              <a:spcAft>
                <a:spcPts val="0"/>
              </a:spcAft>
              <a:buClr>
                <a:srgbClr val="000000"/>
              </a:buClr>
              <a:buSzPts val="1800"/>
              <a:buFont typeface="Calibri"/>
              <a:buNone/>
            </a:pPr>
            <a:r>
              <a:t/>
            </a:r>
            <a:endParaRPr b="0" i="0" sz="1800" u="none" cap="none" strike="noStrike">
              <a:solidFill>
                <a:srgbClr val="000000"/>
              </a:solidFill>
              <a:latin typeface="Calibri"/>
              <a:ea typeface="Calibri"/>
              <a:cs typeface="Calibri"/>
              <a:sym typeface="Calibri"/>
            </a:endParaRPr>
          </a:p>
        </p:txBody>
      </p:sp>
      <p:cxnSp>
        <p:nvCxnSpPr>
          <p:cNvPr id="20" name="Google Shape;20;p13"/>
          <p:cNvCxnSpPr/>
          <p:nvPr/>
        </p:nvCxnSpPr>
        <p:spPr>
          <a:xfrm>
            <a:off x="1757819" y="2035793"/>
            <a:ext cx="8538576" cy="0"/>
          </a:xfrm>
          <a:prstGeom prst="straightConnector1">
            <a:avLst/>
          </a:prstGeom>
          <a:noFill/>
          <a:ln cap="flat" cmpd="sng" w="12700">
            <a:solidFill>
              <a:srgbClr val="A5A5A5"/>
            </a:solidFill>
            <a:prstDash val="solid"/>
            <a:miter lim="800000"/>
            <a:headEnd len="sm" w="sm" type="none"/>
            <a:tailEnd len="sm" w="sm" type="none"/>
          </a:ln>
        </p:spPr>
      </p:cxnSp>
      <p:sp>
        <p:nvSpPr>
          <p:cNvPr id="21" name="Google Shape;21;p13"/>
          <p:cNvSpPr txBox="1"/>
          <p:nvPr>
            <p:ph idx="1" type="body"/>
          </p:nvPr>
        </p:nvSpPr>
        <p:spPr>
          <a:xfrm>
            <a:off x="1720850" y="2438400"/>
            <a:ext cx="8575545" cy="2803525"/>
          </a:xfrm>
          <a:prstGeom prst="rect">
            <a:avLst/>
          </a:prstGeom>
          <a:noFill/>
          <a:ln>
            <a:noFill/>
          </a:ln>
        </p:spPr>
        <p:txBody>
          <a:bodyPr anchorCtr="0" anchor="t" bIns="45700" lIns="45700" spcFirstLastPara="1" rIns="45700" wrap="square" tIns="45700">
            <a:normAutofit/>
          </a:bodyPr>
          <a:lstStyle>
            <a:lvl1pPr indent="-381000" lvl="0" marL="457200" algn="l">
              <a:lnSpc>
                <a:spcPct val="150000"/>
              </a:lnSpc>
              <a:spcBef>
                <a:spcPts val="0"/>
              </a:spcBef>
              <a:spcAft>
                <a:spcPts val="0"/>
              </a:spcAft>
              <a:buClr>
                <a:srgbClr val="5D5D5D"/>
              </a:buClr>
              <a:buSzPts val="2400"/>
              <a:buFont typeface="Open Sans ExtraBold"/>
              <a:buAutoNum type="arabicPeriod"/>
              <a:defRPr sz="2400">
                <a:solidFill>
                  <a:srgbClr val="5D5D5D"/>
                </a:solidFill>
                <a:latin typeface="Open Sans"/>
                <a:ea typeface="Open Sans"/>
                <a:cs typeface="Open Sans"/>
                <a:sym typeface="Open Sans"/>
              </a:defRPr>
            </a:lvl1pPr>
            <a:lvl2pPr indent="-381000" lvl="1" marL="914400" algn="l">
              <a:lnSpc>
                <a:spcPct val="150000"/>
              </a:lnSpc>
              <a:spcBef>
                <a:spcPts val="1000"/>
              </a:spcBef>
              <a:spcAft>
                <a:spcPts val="0"/>
              </a:spcAft>
              <a:buClr>
                <a:srgbClr val="828282"/>
              </a:buClr>
              <a:buSzPts val="2400"/>
              <a:buFont typeface="Open Sans ExtraBold"/>
              <a:buAutoNum type="arabicPeriod"/>
              <a:defRPr sz="2400">
                <a:solidFill>
                  <a:srgbClr val="828282"/>
                </a:solidFill>
                <a:latin typeface="Open Sans"/>
                <a:ea typeface="Open Sans"/>
                <a:cs typeface="Open Sans"/>
                <a:sym typeface="Open Sans"/>
              </a:defRPr>
            </a:lvl2pPr>
            <a:lvl3pPr indent="-381000" lvl="2" marL="1371600" algn="l">
              <a:lnSpc>
                <a:spcPct val="150000"/>
              </a:lnSpc>
              <a:spcBef>
                <a:spcPts val="1000"/>
              </a:spcBef>
              <a:spcAft>
                <a:spcPts val="0"/>
              </a:spcAft>
              <a:buClr>
                <a:srgbClr val="828282"/>
              </a:buClr>
              <a:buSzPts val="2400"/>
              <a:buFont typeface="Open Sans ExtraBold"/>
              <a:buAutoNum type="arabicPeriod"/>
              <a:defRPr sz="2400">
                <a:solidFill>
                  <a:srgbClr val="828282"/>
                </a:solidFill>
                <a:latin typeface="Open Sans"/>
                <a:ea typeface="Open Sans"/>
                <a:cs typeface="Open Sans"/>
                <a:sym typeface="Open Sans"/>
              </a:defRPr>
            </a:lvl3pPr>
            <a:lvl4pPr indent="-381000" lvl="3" marL="1828800" algn="l">
              <a:lnSpc>
                <a:spcPct val="150000"/>
              </a:lnSpc>
              <a:spcBef>
                <a:spcPts val="1000"/>
              </a:spcBef>
              <a:spcAft>
                <a:spcPts val="0"/>
              </a:spcAft>
              <a:buClr>
                <a:srgbClr val="828282"/>
              </a:buClr>
              <a:buSzPts val="2400"/>
              <a:buFont typeface="Open Sans ExtraBold"/>
              <a:buAutoNum type="arabicPeriod"/>
              <a:defRPr sz="2400">
                <a:solidFill>
                  <a:srgbClr val="828282"/>
                </a:solidFill>
                <a:latin typeface="Open Sans"/>
                <a:ea typeface="Open Sans"/>
                <a:cs typeface="Open Sans"/>
                <a:sym typeface="Open Sans"/>
              </a:defRPr>
            </a:lvl4pPr>
            <a:lvl5pPr indent="-381000" lvl="4" marL="2286000" algn="l">
              <a:lnSpc>
                <a:spcPct val="150000"/>
              </a:lnSpc>
              <a:spcBef>
                <a:spcPts val="1000"/>
              </a:spcBef>
              <a:spcAft>
                <a:spcPts val="0"/>
              </a:spcAft>
              <a:buClr>
                <a:srgbClr val="828282"/>
              </a:buClr>
              <a:buSzPts val="2400"/>
              <a:buFont typeface="Open Sans ExtraBold"/>
              <a:buAutoNum type="arabicPeriod"/>
              <a:defRPr sz="2400">
                <a:solidFill>
                  <a:srgbClr val="828282"/>
                </a:solidFill>
                <a:latin typeface="Open Sans"/>
                <a:ea typeface="Open Sans"/>
                <a:cs typeface="Open Sans"/>
                <a:sym typeface="Open Sans"/>
              </a:defRPr>
            </a:lvl5pPr>
            <a:lvl6pPr indent="-342900" lvl="5" marL="2743200" algn="l">
              <a:lnSpc>
                <a:spcPct val="90000"/>
              </a:lnSpc>
              <a:spcBef>
                <a:spcPts val="1000"/>
              </a:spcBef>
              <a:spcAft>
                <a:spcPts val="0"/>
              </a:spcAft>
              <a:buClr>
                <a:srgbClr val="000000"/>
              </a:buClr>
              <a:buSzPts val="1800"/>
              <a:buChar char="•"/>
              <a:defRPr/>
            </a:lvl6pPr>
            <a:lvl7pPr indent="-342900" lvl="6" marL="3200400" algn="l">
              <a:lnSpc>
                <a:spcPct val="90000"/>
              </a:lnSpc>
              <a:spcBef>
                <a:spcPts val="1000"/>
              </a:spcBef>
              <a:spcAft>
                <a:spcPts val="0"/>
              </a:spcAft>
              <a:buClr>
                <a:srgbClr val="000000"/>
              </a:buClr>
              <a:buSzPts val="1800"/>
              <a:buChar char="•"/>
              <a:defRPr/>
            </a:lvl7pPr>
            <a:lvl8pPr indent="-342900" lvl="7" marL="3657600" algn="l">
              <a:lnSpc>
                <a:spcPct val="90000"/>
              </a:lnSpc>
              <a:spcBef>
                <a:spcPts val="1000"/>
              </a:spcBef>
              <a:spcAft>
                <a:spcPts val="0"/>
              </a:spcAft>
              <a:buClr>
                <a:srgbClr val="000000"/>
              </a:buClr>
              <a:buSzPts val="1800"/>
              <a:buChar char="•"/>
              <a:defRPr/>
            </a:lvl8pPr>
            <a:lvl9pPr indent="-342900" lvl="8" marL="4114800" algn="l">
              <a:lnSpc>
                <a:spcPct val="90000"/>
              </a:lnSpc>
              <a:spcBef>
                <a:spcPts val="1000"/>
              </a:spcBef>
              <a:spcAft>
                <a:spcPts val="0"/>
              </a:spcAft>
              <a:buClr>
                <a:srgbClr val="000000"/>
              </a:buClr>
              <a:buSzPts val="1800"/>
              <a:buChar char="•"/>
              <a:defRPr/>
            </a:lvl9pPr>
          </a:lstStyle>
          <a:p/>
        </p:txBody>
      </p:sp>
      <p:sp>
        <p:nvSpPr>
          <p:cNvPr id="22" name="Google Shape;22;p13"/>
          <p:cNvSpPr txBox="1"/>
          <p:nvPr/>
        </p:nvSpPr>
        <p:spPr>
          <a:xfrm>
            <a:off x="1820450" y="1220947"/>
            <a:ext cx="5883057" cy="646331"/>
          </a:xfrm>
          <a:prstGeom prst="rect">
            <a:avLst/>
          </a:prstGeom>
          <a:noFill/>
          <a:ln>
            <a:noFill/>
          </a:ln>
        </p:spPr>
        <p:txBody>
          <a:bodyPr anchorCtr="0" anchor="t" bIns="45700" lIns="45700" spcFirstLastPara="1" rIns="45700" wrap="square" tIns="45700">
            <a:spAutoFit/>
          </a:bodyPr>
          <a:lstStyle/>
          <a:p>
            <a:pPr indent="0" lvl="0" marL="0" marR="0" rtl="0" algn="l">
              <a:lnSpc>
                <a:spcPct val="100000"/>
              </a:lnSpc>
              <a:spcBef>
                <a:spcPts val="0"/>
              </a:spcBef>
              <a:spcAft>
                <a:spcPts val="0"/>
              </a:spcAft>
              <a:buClr>
                <a:srgbClr val="5D5D5D"/>
              </a:buClr>
              <a:buSzPts val="3600"/>
              <a:buFont typeface="Open Sans Light"/>
              <a:buNone/>
            </a:pPr>
            <a:r>
              <a:rPr b="0" i="0" lang="en-US" sz="3600" u="none" cap="none" strike="noStrike">
                <a:solidFill>
                  <a:srgbClr val="5D5D5D"/>
                </a:solidFill>
                <a:latin typeface="Open Sans Light"/>
                <a:ea typeface="Open Sans Light"/>
                <a:cs typeface="Open Sans Light"/>
                <a:sym typeface="Open Sans Light"/>
              </a:rPr>
              <a:t>Agenda</a:t>
            </a:r>
            <a:endParaRPr b="0" i="0" sz="3600" u="none" cap="none" strike="noStrike">
              <a:solidFill>
                <a:srgbClr val="5D5D5D"/>
              </a:solidFill>
              <a:latin typeface="Open Sans Light"/>
              <a:ea typeface="Open Sans Light"/>
              <a:cs typeface="Open Sans Light"/>
              <a:sym typeface="Open Sans Light"/>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ulleted List">
  <p:cSld name="Bulleted List">
    <p:spTree>
      <p:nvGrpSpPr>
        <p:cNvPr id="23" name="Shape 23"/>
        <p:cNvGrpSpPr/>
        <p:nvPr/>
      </p:nvGrpSpPr>
      <p:grpSpPr>
        <a:xfrm>
          <a:off x="0" y="0"/>
          <a:ext cx="0" cy="0"/>
          <a:chOff x="0" y="0"/>
          <a:chExt cx="0" cy="0"/>
        </a:xfrm>
      </p:grpSpPr>
      <p:pic>
        <p:nvPicPr>
          <p:cNvPr descr="Picture 6" id="24" name="Google Shape;24;p14"/>
          <p:cNvPicPr preferRelativeResize="0"/>
          <p:nvPr/>
        </p:nvPicPr>
        <p:blipFill rotWithShape="1">
          <a:blip r:embed="rId2">
            <a:alphaModFix/>
          </a:blip>
          <a:srcRect b="0" l="0" r="0" t="0"/>
          <a:stretch/>
        </p:blipFill>
        <p:spPr>
          <a:xfrm>
            <a:off x="0" y="0"/>
            <a:ext cx="12192000" cy="6858000"/>
          </a:xfrm>
          <a:prstGeom prst="rect">
            <a:avLst/>
          </a:prstGeom>
          <a:noFill/>
          <a:ln>
            <a:noFill/>
          </a:ln>
        </p:spPr>
      </p:pic>
      <p:sp>
        <p:nvSpPr>
          <p:cNvPr id="25" name="Google Shape;25;p14"/>
          <p:cNvSpPr/>
          <p:nvPr/>
        </p:nvSpPr>
        <p:spPr>
          <a:xfrm>
            <a:off x="1152395" y="0"/>
            <a:ext cx="11039605" cy="6858000"/>
          </a:xfrm>
          <a:prstGeom prst="rect">
            <a:avLst/>
          </a:prstGeom>
          <a:solidFill>
            <a:schemeClr val="lt1"/>
          </a:solidFill>
          <a:ln>
            <a:noFill/>
          </a:ln>
        </p:spPr>
        <p:txBody>
          <a:bodyPr anchorCtr="0" anchor="ctr" bIns="45700" lIns="45700" spcFirstLastPara="1" rIns="45700" wrap="square" tIns="45700">
            <a:spAutoFit/>
          </a:bodyPr>
          <a:lstStyle/>
          <a:p>
            <a:pPr indent="0" lvl="0" marL="0" marR="0" rtl="0" algn="l">
              <a:lnSpc>
                <a:spcPct val="100000"/>
              </a:lnSpc>
              <a:spcBef>
                <a:spcPts val="0"/>
              </a:spcBef>
              <a:spcAft>
                <a:spcPts val="0"/>
              </a:spcAft>
              <a:buClr>
                <a:srgbClr val="000000"/>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26" name="Google Shape;26;p14"/>
          <p:cNvSpPr txBox="1"/>
          <p:nvPr>
            <p:ph idx="12" type="sldNum"/>
          </p:nvPr>
        </p:nvSpPr>
        <p:spPr>
          <a:xfrm>
            <a:off x="2335568" y="6328495"/>
            <a:ext cx="350415" cy="338554"/>
          </a:xfrm>
          <a:prstGeom prst="rect">
            <a:avLst/>
          </a:prstGeom>
          <a:noFill/>
          <a:ln>
            <a:noFill/>
          </a:ln>
        </p:spPr>
        <p:txBody>
          <a:bodyPr anchorCtr="0" anchor="ctr" bIns="45700" lIns="45700" spcFirstLastPara="1" rIns="45700" wrap="square" tIns="45700">
            <a:spAutoFit/>
          </a:bodyPr>
          <a:lstStyle>
            <a:lvl1pPr indent="0" lvl="0" marL="0" marR="0" algn="r">
              <a:lnSpc>
                <a:spcPct val="100000"/>
              </a:lnSpc>
              <a:spcBef>
                <a:spcPts val="0"/>
              </a:spcBef>
              <a:spcAft>
                <a:spcPts val="0"/>
              </a:spcAft>
              <a:buClr>
                <a:srgbClr val="828282"/>
              </a:buClr>
              <a:buSzPts val="1600"/>
              <a:buFont typeface="Open Sans"/>
              <a:buNone/>
              <a:defRPr b="0" i="0" sz="1600" u="none" cap="none" strike="noStrike">
                <a:solidFill>
                  <a:srgbClr val="828282"/>
                </a:solidFill>
                <a:latin typeface="Open Sans"/>
                <a:ea typeface="Open Sans"/>
                <a:cs typeface="Open Sans"/>
                <a:sym typeface="Open Sans"/>
              </a:defRPr>
            </a:lvl1pPr>
            <a:lvl2pPr indent="0" lvl="1" marL="0" marR="0" algn="r">
              <a:lnSpc>
                <a:spcPct val="100000"/>
              </a:lnSpc>
              <a:spcBef>
                <a:spcPts val="0"/>
              </a:spcBef>
              <a:spcAft>
                <a:spcPts val="0"/>
              </a:spcAft>
              <a:buClr>
                <a:srgbClr val="828282"/>
              </a:buClr>
              <a:buSzPts val="1600"/>
              <a:buFont typeface="Open Sans"/>
              <a:buNone/>
              <a:defRPr b="0" i="0" sz="1600" u="none" cap="none" strike="noStrike">
                <a:solidFill>
                  <a:srgbClr val="828282"/>
                </a:solidFill>
                <a:latin typeface="Open Sans"/>
                <a:ea typeface="Open Sans"/>
                <a:cs typeface="Open Sans"/>
                <a:sym typeface="Open Sans"/>
              </a:defRPr>
            </a:lvl2pPr>
            <a:lvl3pPr indent="0" lvl="2" marL="0" marR="0" algn="r">
              <a:lnSpc>
                <a:spcPct val="100000"/>
              </a:lnSpc>
              <a:spcBef>
                <a:spcPts val="0"/>
              </a:spcBef>
              <a:spcAft>
                <a:spcPts val="0"/>
              </a:spcAft>
              <a:buClr>
                <a:srgbClr val="828282"/>
              </a:buClr>
              <a:buSzPts val="1600"/>
              <a:buFont typeface="Open Sans"/>
              <a:buNone/>
              <a:defRPr b="0" i="0" sz="1600" u="none" cap="none" strike="noStrike">
                <a:solidFill>
                  <a:srgbClr val="828282"/>
                </a:solidFill>
                <a:latin typeface="Open Sans"/>
                <a:ea typeface="Open Sans"/>
                <a:cs typeface="Open Sans"/>
                <a:sym typeface="Open Sans"/>
              </a:defRPr>
            </a:lvl3pPr>
            <a:lvl4pPr indent="0" lvl="3" marL="0" marR="0" algn="r">
              <a:lnSpc>
                <a:spcPct val="100000"/>
              </a:lnSpc>
              <a:spcBef>
                <a:spcPts val="0"/>
              </a:spcBef>
              <a:spcAft>
                <a:spcPts val="0"/>
              </a:spcAft>
              <a:buClr>
                <a:srgbClr val="828282"/>
              </a:buClr>
              <a:buSzPts val="1600"/>
              <a:buFont typeface="Open Sans"/>
              <a:buNone/>
              <a:defRPr b="0" i="0" sz="1600" u="none" cap="none" strike="noStrike">
                <a:solidFill>
                  <a:srgbClr val="828282"/>
                </a:solidFill>
                <a:latin typeface="Open Sans"/>
                <a:ea typeface="Open Sans"/>
                <a:cs typeface="Open Sans"/>
                <a:sym typeface="Open Sans"/>
              </a:defRPr>
            </a:lvl4pPr>
            <a:lvl5pPr indent="0" lvl="4" marL="0" marR="0" algn="r">
              <a:lnSpc>
                <a:spcPct val="100000"/>
              </a:lnSpc>
              <a:spcBef>
                <a:spcPts val="0"/>
              </a:spcBef>
              <a:spcAft>
                <a:spcPts val="0"/>
              </a:spcAft>
              <a:buClr>
                <a:srgbClr val="828282"/>
              </a:buClr>
              <a:buSzPts val="1600"/>
              <a:buFont typeface="Open Sans"/>
              <a:buNone/>
              <a:defRPr b="0" i="0" sz="1600" u="none" cap="none" strike="noStrike">
                <a:solidFill>
                  <a:srgbClr val="828282"/>
                </a:solidFill>
                <a:latin typeface="Open Sans"/>
                <a:ea typeface="Open Sans"/>
                <a:cs typeface="Open Sans"/>
                <a:sym typeface="Open Sans"/>
              </a:defRPr>
            </a:lvl5pPr>
            <a:lvl6pPr indent="0" lvl="5" marL="0" marR="0" algn="r">
              <a:lnSpc>
                <a:spcPct val="100000"/>
              </a:lnSpc>
              <a:spcBef>
                <a:spcPts val="0"/>
              </a:spcBef>
              <a:spcAft>
                <a:spcPts val="0"/>
              </a:spcAft>
              <a:buClr>
                <a:srgbClr val="828282"/>
              </a:buClr>
              <a:buSzPts val="1600"/>
              <a:buFont typeface="Open Sans"/>
              <a:buNone/>
              <a:defRPr b="0" i="0" sz="1600" u="none" cap="none" strike="noStrike">
                <a:solidFill>
                  <a:srgbClr val="828282"/>
                </a:solidFill>
                <a:latin typeface="Open Sans"/>
                <a:ea typeface="Open Sans"/>
                <a:cs typeface="Open Sans"/>
                <a:sym typeface="Open Sans"/>
              </a:defRPr>
            </a:lvl6pPr>
            <a:lvl7pPr indent="0" lvl="6" marL="0" marR="0" algn="r">
              <a:lnSpc>
                <a:spcPct val="100000"/>
              </a:lnSpc>
              <a:spcBef>
                <a:spcPts val="0"/>
              </a:spcBef>
              <a:spcAft>
                <a:spcPts val="0"/>
              </a:spcAft>
              <a:buClr>
                <a:srgbClr val="828282"/>
              </a:buClr>
              <a:buSzPts val="1600"/>
              <a:buFont typeface="Open Sans"/>
              <a:buNone/>
              <a:defRPr b="0" i="0" sz="1600" u="none" cap="none" strike="noStrike">
                <a:solidFill>
                  <a:srgbClr val="828282"/>
                </a:solidFill>
                <a:latin typeface="Open Sans"/>
                <a:ea typeface="Open Sans"/>
                <a:cs typeface="Open Sans"/>
                <a:sym typeface="Open Sans"/>
              </a:defRPr>
            </a:lvl7pPr>
            <a:lvl8pPr indent="0" lvl="7" marL="0" marR="0" algn="r">
              <a:lnSpc>
                <a:spcPct val="100000"/>
              </a:lnSpc>
              <a:spcBef>
                <a:spcPts val="0"/>
              </a:spcBef>
              <a:spcAft>
                <a:spcPts val="0"/>
              </a:spcAft>
              <a:buClr>
                <a:srgbClr val="828282"/>
              </a:buClr>
              <a:buSzPts val="1600"/>
              <a:buFont typeface="Open Sans"/>
              <a:buNone/>
              <a:defRPr b="0" i="0" sz="1600" u="none" cap="none" strike="noStrike">
                <a:solidFill>
                  <a:srgbClr val="828282"/>
                </a:solidFill>
                <a:latin typeface="Open Sans"/>
                <a:ea typeface="Open Sans"/>
                <a:cs typeface="Open Sans"/>
                <a:sym typeface="Open Sans"/>
              </a:defRPr>
            </a:lvl8pPr>
            <a:lvl9pPr indent="0" lvl="8" marL="0" marR="0" algn="r">
              <a:lnSpc>
                <a:spcPct val="100000"/>
              </a:lnSpc>
              <a:spcBef>
                <a:spcPts val="0"/>
              </a:spcBef>
              <a:spcAft>
                <a:spcPts val="0"/>
              </a:spcAft>
              <a:buClr>
                <a:srgbClr val="828282"/>
              </a:buClr>
              <a:buSzPts val="1600"/>
              <a:buFont typeface="Open Sans"/>
              <a:buNone/>
              <a:defRPr b="0" i="0" sz="1600" u="none" cap="none" strike="noStrike">
                <a:solidFill>
                  <a:srgbClr val="828282"/>
                </a:solidFill>
                <a:latin typeface="Open Sans"/>
                <a:ea typeface="Open Sans"/>
                <a:cs typeface="Open Sans"/>
                <a:sym typeface="Open Sans"/>
              </a:defRPr>
            </a:lvl9pPr>
          </a:lstStyle>
          <a:p>
            <a:pPr indent="0" lvl="0" marL="0" rtl="0" algn="r">
              <a:spcBef>
                <a:spcPts val="0"/>
              </a:spcBef>
              <a:spcAft>
                <a:spcPts val="0"/>
              </a:spcAft>
              <a:buNone/>
            </a:pPr>
            <a:fld id="{00000000-1234-1234-1234-123412341234}" type="slidenum">
              <a:rPr lang="en-US"/>
              <a:t>‹#›</a:t>
            </a:fld>
            <a:endParaRPr/>
          </a:p>
        </p:txBody>
      </p:sp>
      <p:cxnSp>
        <p:nvCxnSpPr>
          <p:cNvPr id="27" name="Google Shape;27;p14"/>
          <p:cNvCxnSpPr/>
          <p:nvPr/>
        </p:nvCxnSpPr>
        <p:spPr>
          <a:xfrm>
            <a:off x="2384121" y="2001772"/>
            <a:ext cx="9177402" cy="0"/>
          </a:xfrm>
          <a:prstGeom prst="straightConnector1">
            <a:avLst/>
          </a:prstGeom>
          <a:noFill/>
          <a:ln cap="flat" cmpd="sng" w="12700">
            <a:solidFill>
              <a:srgbClr val="A5A5A5"/>
            </a:solidFill>
            <a:prstDash val="solid"/>
            <a:miter lim="800000"/>
            <a:headEnd len="sm" w="sm" type="none"/>
            <a:tailEnd len="sm" w="sm" type="none"/>
          </a:ln>
        </p:spPr>
      </p:cxnSp>
      <p:pic>
        <p:nvPicPr>
          <p:cNvPr id="28" name="Google Shape;28;p14"/>
          <p:cNvPicPr preferRelativeResize="0"/>
          <p:nvPr/>
        </p:nvPicPr>
        <p:blipFill rotWithShape="1">
          <a:blip r:embed="rId3">
            <a:alphaModFix/>
          </a:blip>
          <a:srcRect b="0" l="0" r="0" t="0"/>
          <a:stretch/>
        </p:blipFill>
        <p:spPr>
          <a:xfrm>
            <a:off x="8984784" y="6375748"/>
            <a:ext cx="2877363" cy="252955"/>
          </a:xfrm>
          <a:prstGeom prst="rect">
            <a:avLst/>
          </a:prstGeom>
          <a:noFill/>
          <a:ln>
            <a:noFill/>
          </a:ln>
        </p:spPr>
      </p:pic>
      <p:sp>
        <p:nvSpPr>
          <p:cNvPr id="29" name="Google Shape;29;p14"/>
          <p:cNvSpPr txBox="1"/>
          <p:nvPr>
            <p:ph idx="1" type="body"/>
          </p:nvPr>
        </p:nvSpPr>
        <p:spPr>
          <a:xfrm>
            <a:off x="2384425" y="1157288"/>
            <a:ext cx="5883275" cy="646112"/>
          </a:xfrm>
          <a:prstGeom prst="rect">
            <a:avLst/>
          </a:prstGeom>
          <a:noFill/>
          <a:ln>
            <a:noFill/>
          </a:ln>
        </p:spPr>
        <p:txBody>
          <a:bodyPr anchorCtr="0" anchor="ctr" bIns="45700" lIns="45700" spcFirstLastPara="1" rIns="45700" wrap="square" tIns="45700">
            <a:normAutofit/>
          </a:bodyPr>
          <a:lstStyle>
            <a:lvl1pPr indent="-228600" lvl="0" marL="457200" algn="l">
              <a:lnSpc>
                <a:spcPct val="90000"/>
              </a:lnSpc>
              <a:spcBef>
                <a:spcPts val="1000"/>
              </a:spcBef>
              <a:spcAft>
                <a:spcPts val="0"/>
              </a:spcAft>
              <a:buClr>
                <a:srgbClr val="5D5D5D"/>
              </a:buClr>
              <a:buSzPts val="3600"/>
              <a:buNone/>
              <a:defRPr sz="3600">
                <a:solidFill>
                  <a:srgbClr val="5D5D5D"/>
                </a:solidFill>
              </a:defRPr>
            </a:lvl1pPr>
            <a:lvl2pPr indent="-342900" lvl="1" marL="914400" algn="l">
              <a:lnSpc>
                <a:spcPct val="90000"/>
              </a:lnSpc>
              <a:spcBef>
                <a:spcPts val="1000"/>
              </a:spcBef>
              <a:spcAft>
                <a:spcPts val="0"/>
              </a:spcAft>
              <a:buClr>
                <a:srgbClr val="5D5D5D"/>
              </a:buClr>
              <a:buSzPts val="1800"/>
              <a:buChar char="•"/>
              <a:defRPr/>
            </a:lvl2pPr>
            <a:lvl3pPr indent="-342900" lvl="2" marL="1371600" algn="l">
              <a:lnSpc>
                <a:spcPct val="90000"/>
              </a:lnSpc>
              <a:spcBef>
                <a:spcPts val="1000"/>
              </a:spcBef>
              <a:spcAft>
                <a:spcPts val="0"/>
              </a:spcAft>
              <a:buClr>
                <a:srgbClr val="5D5D5D"/>
              </a:buClr>
              <a:buSzPts val="1800"/>
              <a:buChar char="•"/>
              <a:defRPr/>
            </a:lvl3pPr>
            <a:lvl4pPr indent="-342900" lvl="3" marL="1828800" algn="l">
              <a:lnSpc>
                <a:spcPct val="90000"/>
              </a:lnSpc>
              <a:spcBef>
                <a:spcPts val="1000"/>
              </a:spcBef>
              <a:spcAft>
                <a:spcPts val="0"/>
              </a:spcAft>
              <a:buClr>
                <a:srgbClr val="5D5D5D"/>
              </a:buClr>
              <a:buSzPts val="1800"/>
              <a:buChar char="•"/>
              <a:defRPr/>
            </a:lvl4pPr>
            <a:lvl5pPr indent="-342900" lvl="4" marL="2286000" algn="l">
              <a:lnSpc>
                <a:spcPct val="90000"/>
              </a:lnSpc>
              <a:spcBef>
                <a:spcPts val="1000"/>
              </a:spcBef>
              <a:spcAft>
                <a:spcPts val="0"/>
              </a:spcAft>
              <a:buClr>
                <a:srgbClr val="5D5D5D"/>
              </a:buClr>
              <a:buSzPts val="1800"/>
              <a:buChar char="•"/>
              <a:defRPr/>
            </a:lvl5pPr>
            <a:lvl6pPr indent="-342900" lvl="5" marL="2743200" algn="l">
              <a:lnSpc>
                <a:spcPct val="90000"/>
              </a:lnSpc>
              <a:spcBef>
                <a:spcPts val="1000"/>
              </a:spcBef>
              <a:spcAft>
                <a:spcPts val="0"/>
              </a:spcAft>
              <a:buClr>
                <a:srgbClr val="000000"/>
              </a:buClr>
              <a:buSzPts val="1800"/>
              <a:buChar char="•"/>
              <a:defRPr/>
            </a:lvl6pPr>
            <a:lvl7pPr indent="-342900" lvl="6" marL="3200400" algn="l">
              <a:lnSpc>
                <a:spcPct val="90000"/>
              </a:lnSpc>
              <a:spcBef>
                <a:spcPts val="1000"/>
              </a:spcBef>
              <a:spcAft>
                <a:spcPts val="0"/>
              </a:spcAft>
              <a:buClr>
                <a:srgbClr val="000000"/>
              </a:buClr>
              <a:buSzPts val="1800"/>
              <a:buChar char="•"/>
              <a:defRPr/>
            </a:lvl7pPr>
            <a:lvl8pPr indent="-342900" lvl="7" marL="3657600" algn="l">
              <a:lnSpc>
                <a:spcPct val="90000"/>
              </a:lnSpc>
              <a:spcBef>
                <a:spcPts val="1000"/>
              </a:spcBef>
              <a:spcAft>
                <a:spcPts val="0"/>
              </a:spcAft>
              <a:buClr>
                <a:srgbClr val="000000"/>
              </a:buClr>
              <a:buSzPts val="1800"/>
              <a:buChar char="•"/>
              <a:defRPr/>
            </a:lvl8pPr>
            <a:lvl9pPr indent="-342900" lvl="8" marL="4114800" algn="l">
              <a:lnSpc>
                <a:spcPct val="90000"/>
              </a:lnSpc>
              <a:spcBef>
                <a:spcPts val="1000"/>
              </a:spcBef>
              <a:spcAft>
                <a:spcPts val="0"/>
              </a:spcAft>
              <a:buClr>
                <a:srgbClr val="000000"/>
              </a:buClr>
              <a:buSzPts val="1800"/>
              <a:buChar char="•"/>
              <a:defRPr/>
            </a:lvl9pPr>
          </a:lstStyle>
          <a:p/>
        </p:txBody>
      </p:sp>
      <p:sp>
        <p:nvSpPr>
          <p:cNvPr id="30" name="Google Shape;30;p14"/>
          <p:cNvSpPr txBox="1"/>
          <p:nvPr>
            <p:ph idx="2" type="body"/>
          </p:nvPr>
        </p:nvSpPr>
        <p:spPr>
          <a:xfrm>
            <a:off x="2393950" y="2535238"/>
            <a:ext cx="6816725" cy="3067050"/>
          </a:xfrm>
          <a:prstGeom prst="rect">
            <a:avLst/>
          </a:prstGeom>
          <a:noFill/>
          <a:ln>
            <a:noFill/>
          </a:ln>
        </p:spPr>
        <p:txBody>
          <a:bodyPr anchorCtr="0" anchor="t" bIns="45700" lIns="45700" spcFirstLastPara="1" rIns="45700" wrap="square" tIns="45700">
            <a:normAutofit/>
          </a:bodyPr>
          <a:lstStyle>
            <a:lvl1pPr indent="-355600" lvl="0" marL="457200" algn="l">
              <a:lnSpc>
                <a:spcPct val="100000"/>
              </a:lnSpc>
              <a:spcBef>
                <a:spcPts val="0"/>
              </a:spcBef>
              <a:spcAft>
                <a:spcPts val="0"/>
              </a:spcAft>
              <a:buClr>
                <a:srgbClr val="5D5D5D"/>
              </a:buClr>
              <a:buSzPts val="2000"/>
              <a:buChar char="•"/>
              <a:defRPr>
                <a:solidFill>
                  <a:srgbClr val="5D5D5D"/>
                </a:solidFill>
              </a:defRPr>
            </a:lvl1pPr>
            <a:lvl2pPr indent="-342900" lvl="1" marL="914400" algn="l">
              <a:lnSpc>
                <a:spcPct val="90000"/>
              </a:lnSpc>
              <a:spcBef>
                <a:spcPts val="2000"/>
              </a:spcBef>
              <a:spcAft>
                <a:spcPts val="0"/>
              </a:spcAft>
              <a:buClr>
                <a:srgbClr val="5D5D5D"/>
              </a:buClr>
              <a:buSzPts val="1800"/>
              <a:buChar char="•"/>
              <a:defRPr/>
            </a:lvl2pPr>
            <a:lvl3pPr indent="-342900" lvl="2" marL="1371600" algn="l">
              <a:lnSpc>
                <a:spcPct val="90000"/>
              </a:lnSpc>
              <a:spcBef>
                <a:spcPts val="1000"/>
              </a:spcBef>
              <a:spcAft>
                <a:spcPts val="0"/>
              </a:spcAft>
              <a:buClr>
                <a:srgbClr val="5D5D5D"/>
              </a:buClr>
              <a:buSzPts val="1800"/>
              <a:buChar char="•"/>
              <a:defRPr/>
            </a:lvl3pPr>
            <a:lvl4pPr indent="-342900" lvl="3" marL="1828800" algn="l">
              <a:lnSpc>
                <a:spcPct val="90000"/>
              </a:lnSpc>
              <a:spcBef>
                <a:spcPts val="1000"/>
              </a:spcBef>
              <a:spcAft>
                <a:spcPts val="0"/>
              </a:spcAft>
              <a:buClr>
                <a:srgbClr val="5D5D5D"/>
              </a:buClr>
              <a:buSzPts val="1800"/>
              <a:buChar char="•"/>
              <a:defRPr/>
            </a:lvl4pPr>
            <a:lvl5pPr indent="-342900" lvl="4" marL="2286000" algn="l">
              <a:lnSpc>
                <a:spcPct val="90000"/>
              </a:lnSpc>
              <a:spcBef>
                <a:spcPts val="1000"/>
              </a:spcBef>
              <a:spcAft>
                <a:spcPts val="0"/>
              </a:spcAft>
              <a:buClr>
                <a:srgbClr val="5D5D5D"/>
              </a:buClr>
              <a:buSzPts val="1800"/>
              <a:buChar char="•"/>
              <a:defRPr/>
            </a:lvl5pPr>
            <a:lvl6pPr indent="-342900" lvl="5" marL="2743200" algn="l">
              <a:lnSpc>
                <a:spcPct val="90000"/>
              </a:lnSpc>
              <a:spcBef>
                <a:spcPts val="1000"/>
              </a:spcBef>
              <a:spcAft>
                <a:spcPts val="0"/>
              </a:spcAft>
              <a:buClr>
                <a:srgbClr val="000000"/>
              </a:buClr>
              <a:buSzPts val="1800"/>
              <a:buChar char="•"/>
              <a:defRPr/>
            </a:lvl6pPr>
            <a:lvl7pPr indent="-342900" lvl="6" marL="3200400" algn="l">
              <a:lnSpc>
                <a:spcPct val="90000"/>
              </a:lnSpc>
              <a:spcBef>
                <a:spcPts val="1000"/>
              </a:spcBef>
              <a:spcAft>
                <a:spcPts val="0"/>
              </a:spcAft>
              <a:buClr>
                <a:srgbClr val="000000"/>
              </a:buClr>
              <a:buSzPts val="1800"/>
              <a:buChar char="•"/>
              <a:defRPr/>
            </a:lvl7pPr>
            <a:lvl8pPr indent="-342900" lvl="7" marL="3657600" algn="l">
              <a:lnSpc>
                <a:spcPct val="90000"/>
              </a:lnSpc>
              <a:spcBef>
                <a:spcPts val="1000"/>
              </a:spcBef>
              <a:spcAft>
                <a:spcPts val="0"/>
              </a:spcAft>
              <a:buClr>
                <a:srgbClr val="000000"/>
              </a:buClr>
              <a:buSzPts val="1800"/>
              <a:buChar char="•"/>
              <a:defRPr/>
            </a:lvl8pPr>
            <a:lvl9pPr indent="-342900" lvl="8" marL="4114800" algn="l">
              <a:lnSpc>
                <a:spcPct val="90000"/>
              </a:lnSpc>
              <a:spcBef>
                <a:spcPts val="1000"/>
              </a:spcBef>
              <a:spcAft>
                <a:spcPts val="0"/>
              </a:spcAft>
              <a:buClr>
                <a:srgbClr val="000000"/>
              </a:buClr>
              <a:buSzPts val="1800"/>
              <a:buChar char="•"/>
              <a:defRPr/>
            </a:lvl9pPr>
          </a:lstStyle>
          <a:p/>
        </p:txBody>
      </p:sp>
      <p:sp>
        <p:nvSpPr>
          <p:cNvPr id="31" name="Google Shape;31;p14"/>
          <p:cNvSpPr txBox="1"/>
          <p:nvPr>
            <p:ph idx="3" type="body"/>
          </p:nvPr>
        </p:nvSpPr>
        <p:spPr>
          <a:xfrm>
            <a:off x="2708275" y="6342063"/>
            <a:ext cx="5768163" cy="276225"/>
          </a:xfrm>
          <a:prstGeom prst="rect">
            <a:avLst/>
          </a:prstGeom>
          <a:noFill/>
          <a:ln>
            <a:noFill/>
          </a:ln>
        </p:spPr>
        <p:txBody>
          <a:bodyPr anchorCtr="0" anchor="ctr" bIns="45700" lIns="45700" spcFirstLastPara="1" rIns="45700" wrap="square" tIns="45700">
            <a:normAutofit/>
          </a:bodyPr>
          <a:lstStyle>
            <a:lvl1pPr indent="-228600" lvl="0" marL="457200" algn="l">
              <a:lnSpc>
                <a:spcPct val="100000"/>
              </a:lnSpc>
              <a:spcBef>
                <a:spcPts val="0"/>
              </a:spcBef>
              <a:spcAft>
                <a:spcPts val="0"/>
              </a:spcAft>
              <a:buClr>
                <a:srgbClr val="7F7F7F"/>
              </a:buClr>
              <a:buSzPts val="1200"/>
              <a:buNone/>
              <a:defRPr i="1" sz="1200">
                <a:solidFill>
                  <a:srgbClr val="7F7F7F"/>
                </a:solidFill>
                <a:latin typeface="Calibri"/>
                <a:ea typeface="Calibri"/>
                <a:cs typeface="Calibri"/>
                <a:sym typeface="Calibri"/>
              </a:defRPr>
            </a:lvl1pPr>
            <a:lvl2pPr indent="-342900" lvl="1" marL="914400" algn="l">
              <a:lnSpc>
                <a:spcPct val="90000"/>
              </a:lnSpc>
              <a:spcBef>
                <a:spcPts val="1000"/>
              </a:spcBef>
              <a:spcAft>
                <a:spcPts val="0"/>
              </a:spcAft>
              <a:buClr>
                <a:srgbClr val="5D5D5D"/>
              </a:buClr>
              <a:buSzPts val="1800"/>
              <a:buChar char="•"/>
              <a:defRPr/>
            </a:lvl2pPr>
            <a:lvl3pPr indent="-342900" lvl="2" marL="1371600" algn="l">
              <a:lnSpc>
                <a:spcPct val="90000"/>
              </a:lnSpc>
              <a:spcBef>
                <a:spcPts val="1000"/>
              </a:spcBef>
              <a:spcAft>
                <a:spcPts val="0"/>
              </a:spcAft>
              <a:buClr>
                <a:srgbClr val="5D5D5D"/>
              </a:buClr>
              <a:buSzPts val="1800"/>
              <a:buChar char="•"/>
              <a:defRPr/>
            </a:lvl3pPr>
            <a:lvl4pPr indent="-342900" lvl="3" marL="1828800" algn="l">
              <a:lnSpc>
                <a:spcPct val="90000"/>
              </a:lnSpc>
              <a:spcBef>
                <a:spcPts val="1000"/>
              </a:spcBef>
              <a:spcAft>
                <a:spcPts val="0"/>
              </a:spcAft>
              <a:buClr>
                <a:srgbClr val="5D5D5D"/>
              </a:buClr>
              <a:buSzPts val="1800"/>
              <a:buChar char="•"/>
              <a:defRPr/>
            </a:lvl4pPr>
            <a:lvl5pPr indent="-342900" lvl="4" marL="2286000" algn="l">
              <a:lnSpc>
                <a:spcPct val="90000"/>
              </a:lnSpc>
              <a:spcBef>
                <a:spcPts val="1000"/>
              </a:spcBef>
              <a:spcAft>
                <a:spcPts val="0"/>
              </a:spcAft>
              <a:buClr>
                <a:srgbClr val="5D5D5D"/>
              </a:buClr>
              <a:buSzPts val="1800"/>
              <a:buChar char="•"/>
              <a:defRPr/>
            </a:lvl5pPr>
            <a:lvl6pPr indent="-342900" lvl="5" marL="2743200" algn="l">
              <a:lnSpc>
                <a:spcPct val="90000"/>
              </a:lnSpc>
              <a:spcBef>
                <a:spcPts val="1000"/>
              </a:spcBef>
              <a:spcAft>
                <a:spcPts val="0"/>
              </a:spcAft>
              <a:buClr>
                <a:srgbClr val="000000"/>
              </a:buClr>
              <a:buSzPts val="1800"/>
              <a:buChar char="•"/>
              <a:defRPr/>
            </a:lvl6pPr>
            <a:lvl7pPr indent="-342900" lvl="6" marL="3200400" algn="l">
              <a:lnSpc>
                <a:spcPct val="90000"/>
              </a:lnSpc>
              <a:spcBef>
                <a:spcPts val="1000"/>
              </a:spcBef>
              <a:spcAft>
                <a:spcPts val="0"/>
              </a:spcAft>
              <a:buClr>
                <a:srgbClr val="000000"/>
              </a:buClr>
              <a:buSzPts val="1800"/>
              <a:buChar char="•"/>
              <a:defRPr/>
            </a:lvl7pPr>
            <a:lvl8pPr indent="-342900" lvl="7" marL="3657600" algn="l">
              <a:lnSpc>
                <a:spcPct val="90000"/>
              </a:lnSpc>
              <a:spcBef>
                <a:spcPts val="1000"/>
              </a:spcBef>
              <a:spcAft>
                <a:spcPts val="0"/>
              </a:spcAft>
              <a:buClr>
                <a:srgbClr val="000000"/>
              </a:buClr>
              <a:buSzPts val="1800"/>
              <a:buChar char="•"/>
              <a:defRPr/>
            </a:lvl8pPr>
            <a:lvl9pPr indent="-342900" lvl="8" marL="4114800" algn="l">
              <a:lnSpc>
                <a:spcPct val="90000"/>
              </a:lnSpc>
              <a:spcBef>
                <a:spcPts val="1000"/>
              </a:spcBef>
              <a:spcAft>
                <a:spcPts val="0"/>
              </a:spcAft>
              <a:buClr>
                <a:srgbClr val="000000"/>
              </a:buClr>
              <a:buSzPts val="1800"/>
              <a:buChar char="•"/>
              <a:defRPr/>
            </a:lvl9pPr>
          </a:lstStyle>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p:cSld name="Section Title">
    <p:spTree>
      <p:nvGrpSpPr>
        <p:cNvPr id="32" name="Shape 32"/>
        <p:cNvGrpSpPr/>
        <p:nvPr/>
      </p:nvGrpSpPr>
      <p:grpSpPr>
        <a:xfrm>
          <a:off x="0" y="0"/>
          <a:ext cx="0" cy="0"/>
          <a:chOff x="0" y="0"/>
          <a:chExt cx="0" cy="0"/>
        </a:xfrm>
      </p:grpSpPr>
      <p:pic>
        <p:nvPicPr>
          <p:cNvPr descr="Picture 6" id="33" name="Google Shape;33;p15"/>
          <p:cNvPicPr preferRelativeResize="0"/>
          <p:nvPr/>
        </p:nvPicPr>
        <p:blipFill rotWithShape="1">
          <a:blip r:embed="rId2">
            <a:alphaModFix/>
          </a:blip>
          <a:srcRect b="0" l="0" r="0" t="0"/>
          <a:stretch/>
        </p:blipFill>
        <p:spPr>
          <a:xfrm>
            <a:off x="0" y="0"/>
            <a:ext cx="12192000" cy="6858000"/>
          </a:xfrm>
          <a:prstGeom prst="rect">
            <a:avLst/>
          </a:prstGeom>
          <a:noFill/>
          <a:ln>
            <a:noFill/>
          </a:ln>
        </p:spPr>
      </p:pic>
      <p:pic>
        <p:nvPicPr>
          <p:cNvPr id="34" name="Google Shape;34;p15"/>
          <p:cNvPicPr preferRelativeResize="0"/>
          <p:nvPr/>
        </p:nvPicPr>
        <p:blipFill rotWithShape="1">
          <a:blip r:embed="rId3">
            <a:alphaModFix/>
          </a:blip>
          <a:srcRect b="0" l="0" r="0" t="0"/>
          <a:stretch/>
        </p:blipFill>
        <p:spPr>
          <a:xfrm>
            <a:off x="8984784" y="6375748"/>
            <a:ext cx="2877363" cy="252955"/>
          </a:xfrm>
          <a:prstGeom prst="rect">
            <a:avLst/>
          </a:prstGeom>
          <a:noFill/>
          <a:ln>
            <a:noFill/>
          </a:ln>
        </p:spPr>
      </p:pic>
      <p:sp>
        <p:nvSpPr>
          <p:cNvPr id="35" name="Google Shape;35;p15"/>
          <p:cNvSpPr txBox="1"/>
          <p:nvPr>
            <p:ph idx="1" type="body"/>
          </p:nvPr>
        </p:nvSpPr>
        <p:spPr>
          <a:xfrm>
            <a:off x="3154363" y="3044825"/>
            <a:ext cx="5883275" cy="768350"/>
          </a:xfrm>
          <a:prstGeom prst="rect">
            <a:avLst/>
          </a:prstGeom>
          <a:noFill/>
          <a:ln>
            <a:noFill/>
          </a:ln>
        </p:spPr>
        <p:txBody>
          <a:bodyPr anchorCtr="0" anchor="ctr" bIns="45700" lIns="45700" spcFirstLastPara="1" rIns="45700" wrap="square" tIns="45700">
            <a:noAutofit/>
          </a:bodyPr>
          <a:lstStyle>
            <a:lvl1pPr indent="-228600" lvl="0" marL="457200" algn="ctr">
              <a:lnSpc>
                <a:spcPct val="100000"/>
              </a:lnSpc>
              <a:spcBef>
                <a:spcPts val="0"/>
              </a:spcBef>
              <a:spcAft>
                <a:spcPts val="0"/>
              </a:spcAft>
              <a:buClr>
                <a:schemeClr val="lt1"/>
              </a:buClr>
              <a:buSzPts val="4400"/>
              <a:buNone/>
              <a:defRPr sz="4400">
                <a:solidFill>
                  <a:schemeClr val="lt1"/>
                </a:solidFill>
              </a:defRPr>
            </a:lvl1pPr>
            <a:lvl2pPr indent="-508000" lvl="1" marL="914400" algn="l">
              <a:lnSpc>
                <a:spcPct val="90000"/>
              </a:lnSpc>
              <a:spcBef>
                <a:spcPts val="1000"/>
              </a:spcBef>
              <a:spcAft>
                <a:spcPts val="0"/>
              </a:spcAft>
              <a:buClr>
                <a:srgbClr val="5D5D5D"/>
              </a:buClr>
              <a:buSzPts val="4400"/>
              <a:buChar char="•"/>
              <a:defRPr sz="4400"/>
            </a:lvl2pPr>
            <a:lvl3pPr indent="-508000" lvl="2" marL="1371600" algn="l">
              <a:lnSpc>
                <a:spcPct val="90000"/>
              </a:lnSpc>
              <a:spcBef>
                <a:spcPts val="1000"/>
              </a:spcBef>
              <a:spcAft>
                <a:spcPts val="0"/>
              </a:spcAft>
              <a:buClr>
                <a:srgbClr val="5D5D5D"/>
              </a:buClr>
              <a:buSzPts val="4400"/>
              <a:buChar char="•"/>
              <a:defRPr sz="4400"/>
            </a:lvl3pPr>
            <a:lvl4pPr indent="-508000" lvl="3" marL="1828800" algn="l">
              <a:lnSpc>
                <a:spcPct val="90000"/>
              </a:lnSpc>
              <a:spcBef>
                <a:spcPts val="1000"/>
              </a:spcBef>
              <a:spcAft>
                <a:spcPts val="0"/>
              </a:spcAft>
              <a:buClr>
                <a:srgbClr val="5D5D5D"/>
              </a:buClr>
              <a:buSzPts val="4400"/>
              <a:buChar char="•"/>
              <a:defRPr sz="4400"/>
            </a:lvl4pPr>
            <a:lvl5pPr indent="-508000" lvl="4" marL="2286000" algn="l">
              <a:lnSpc>
                <a:spcPct val="90000"/>
              </a:lnSpc>
              <a:spcBef>
                <a:spcPts val="1000"/>
              </a:spcBef>
              <a:spcAft>
                <a:spcPts val="0"/>
              </a:spcAft>
              <a:buClr>
                <a:srgbClr val="5D5D5D"/>
              </a:buClr>
              <a:buSzPts val="4400"/>
              <a:buChar char="•"/>
              <a:defRPr sz="4400"/>
            </a:lvl5pPr>
            <a:lvl6pPr indent="-342900" lvl="5" marL="2743200" algn="l">
              <a:lnSpc>
                <a:spcPct val="90000"/>
              </a:lnSpc>
              <a:spcBef>
                <a:spcPts val="1000"/>
              </a:spcBef>
              <a:spcAft>
                <a:spcPts val="0"/>
              </a:spcAft>
              <a:buClr>
                <a:srgbClr val="000000"/>
              </a:buClr>
              <a:buSzPts val="1800"/>
              <a:buChar char="•"/>
              <a:defRPr/>
            </a:lvl6pPr>
            <a:lvl7pPr indent="-342900" lvl="6" marL="3200400" algn="l">
              <a:lnSpc>
                <a:spcPct val="90000"/>
              </a:lnSpc>
              <a:spcBef>
                <a:spcPts val="1000"/>
              </a:spcBef>
              <a:spcAft>
                <a:spcPts val="0"/>
              </a:spcAft>
              <a:buClr>
                <a:srgbClr val="000000"/>
              </a:buClr>
              <a:buSzPts val="1800"/>
              <a:buChar char="•"/>
              <a:defRPr/>
            </a:lvl7pPr>
            <a:lvl8pPr indent="-342900" lvl="7" marL="3657600" algn="l">
              <a:lnSpc>
                <a:spcPct val="90000"/>
              </a:lnSpc>
              <a:spcBef>
                <a:spcPts val="1000"/>
              </a:spcBef>
              <a:spcAft>
                <a:spcPts val="0"/>
              </a:spcAft>
              <a:buClr>
                <a:srgbClr val="000000"/>
              </a:buClr>
              <a:buSzPts val="1800"/>
              <a:buChar char="•"/>
              <a:defRPr/>
            </a:lvl8pPr>
            <a:lvl9pPr indent="-342900" lvl="8" marL="4114800" algn="l">
              <a:lnSpc>
                <a:spcPct val="90000"/>
              </a:lnSpc>
              <a:spcBef>
                <a:spcPts val="1000"/>
              </a:spcBef>
              <a:spcAft>
                <a:spcPts val="0"/>
              </a:spcAft>
              <a:buClr>
                <a:srgbClr val="000000"/>
              </a:buClr>
              <a:buSzPts val="1800"/>
              <a:buChar char="•"/>
              <a:defRPr/>
            </a:lvl9pPr>
          </a:lstStyle>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ext with Headline">
  <p:cSld name="Text with Headline">
    <p:spTree>
      <p:nvGrpSpPr>
        <p:cNvPr id="36" name="Shape 36"/>
        <p:cNvGrpSpPr/>
        <p:nvPr/>
      </p:nvGrpSpPr>
      <p:grpSpPr>
        <a:xfrm>
          <a:off x="0" y="0"/>
          <a:ext cx="0" cy="0"/>
          <a:chOff x="0" y="0"/>
          <a:chExt cx="0" cy="0"/>
        </a:xfrm>
      </p:grpSpPr>
      <p:pic>
        <p:nvPicPr>
          <p:cNvPr descr="Picture 6" id="37" name="Google Shape;37;p16"/>
          <p:cNvPicPr preferRelativeResize="0"/>
          <p:nvPr/>
        </p:nvPicPr>
        <p:blipFill rotWithShape="1">
          <a:blip r:embed="rId2">
            <a:alphaModFix/>
          </a:blip>
          <a:srcRect b="0" l="0" r="0" t="0"/>
          <a:stretch/>
        </p:blipFill>
        <p:spPr>
          <a:xfrm>
            <a:off x="0" y="0"/>
            <a:ext cx="12192000" cy="6858000"/>
          </a:xfrm>
          <a:prstGeom prst="rect">
            <a:avLst/>
          </a:prstGeom>
          <a:noFill/>
          <a:ln>
            <a:noFill/>
          </a:ln>
        </p:spPr>
      </p:pic>
      <p:sp>
        <p:nvSpPr>
          <p:cNvPr id="38" name="Google Shape;38;p16"/>
          <p:cNvSpPr/>
          <p:nvPr/>
        </p:nvSpPr>
        <p:spPr>
          <a:xfrm>
            <a:off x="1152395" y="0"/>
            <a:ext cx="11039605" cy="6858000"/>
          </a:xfrm>
          <a:prstGeom prst="rect">
            <a:avLst/>
          </a:prstGeom>
          <a:solidFill>
            <a:schemeClr val="lt1"/>
          </a:solidFill>
          <a:ln>
            <a:noFill/>
          </a:ln>
        </p:spPr>
        <p:txBody>
          <a:bodyPr anchorCtr="0" anchor="ctr" bIns="45700" lIns="45700" spcFirstLastPara="1" rIns="45700" wrap="square" tIns="45700">
            <a:spAutoFit/>
          </a:bodyPr>
          <a:lstStyle/>
          <a:p>
            <a:pPr indent="0" lvl="0" marL="0" marR="0" rtl="0" algn="l">
              <a:lnSpc>
                <a:spcPct val="100000"/>
              </a:lnSpc>
              <a:spcBef>
                <a:spcPts val="0"/>
              </a:spcBef>
              <a:spcAft>
                <a:spcPts val="0"/>
              </a:spcAft>
              <a:buClr>
                <a:srgbClr val="000000"/>
              </a:buClr>
              <a:buSzPts val="1800"/>
              <a:buFont typeface="Calibri"/>
              <a:buNone/>
            </a:pPr>
            <a:r>
              <a:t/>
            </a:r>
            <a:endParaRPr b="0" i="0" sz="1800" u="none" cap="none" strike="noStrike">
              <a:solidFill>
                <a:srgbClr val="000000"/>
              </a:solidFill>
              <a:latin typeface="Calibri"/>
              <a:ea typeface="Calibri"/>
              <a:cs typeface="Calibri"/>
              <a:sym typeface="Calibri"/>
            </a:endParaRPr>
          </a:p>
        </p:txBody>
      </p:sp>
      <p:cxnSp>
        <p:nvCxnSpPr>
          <p:cNvPr id="39" name="Google Shape;39;p16"/>
          <p:cNvCxnSpPr/>
          <p:nvPr/>
        </p:nvCxnSpPr>
        <p:spPr>
          <a:xfrm>
            <a:off x="2384121" y="2001772"/>
            <a:ext cx="9177402" cy="0"/>
          </a:xfrm>
          <a:prstGeom prst="straightConnector1">
            <a:avLst/>
          </a:prstGeom>
          <a:noFill/>
          <a:ln cap="flat" cmpd="sng" w="12700">
            <a:solidFill>
              <a:srgbClr val="A5A5A5"/>
            </a:solidFill>
            <a:prstDash val="solid"/>
            <a:miter lim="800000"/>
            <a:headEnd len="sm" w="sm" type="none"/>
            <a:tailEnd len="sm" w="sm" type="none"/>
          </a:ln>
        </p:spPr>
      </p:cxnSp>
      <p:pic>
        <p:nvPicPr>
          <p:cNvPr id="40" name="Google Shape;40;p16"/>
          <p:cNvPicPr preferRelativeResize="0"/>
          <p:nvPr/>
        </p:nvPicPr>
        <p:blipFill rotWithShape="1">
          <a:blip r:embed="rId3">
            <a:alphaModFix/>
          </a:blip>
          <a:srcRect b="0" l="0" r="0" t="0"/>
          <a:stretch/>
        </p:blipFill>
        <p:spPr>
          <a:xfrm>
            <a:off x="8984784" y="6375748"/>
            <a:ext cx="2877363" cy="252955"/>
          </a:xfrm>
          <a:prstGeom prst="rect">
            <a:avLst/>
          </a:prstGeom>
          <a:noFill/>
          <a:ln>
            <a:noFill/>
          </a:ln>
        </p:spPr>
      </p:pic>
      <p:sp>
        <p:nvSpPr>
          <p:cNvPr id="41" name="Google Shape;41;p16"/>
          <p:cNvSpPr txBox="1"/>
          <p:nvPr>
            <p:ph idx="1" type="body"/>
          </p:nvPr>
        </p:nvSpPr>
        <p:spPr>
          <a:xfrm>
            <a:off x="2384425" y="1157288"/>
            <a:ext cx="5883275" cy="646112"/>
          </a:xfrm>
          <a:prstGeom prst="rect">
            <a:avLst/>
          </a:prstGeom>
          <a:noFill/>
          <a:ln>
            <a:noFill/>
          </a:ln>
        </p:spPr>
        <p:txBody>
          <a:bodyPr anchorCtr="0" anchor="ctr" bIns="45700" lIns="45700" spcFirstLastPara="1" rIns="45700" wrap="square" tIns="45700">
            <a:normAutofit/>
          </a:bodyPr>
          <a:lstStyle>
            <a:lvl1pPr indent="-228600" lvl="0" marL="457200" algn="l">
              <a:lnSpc>
                <a:spcPct val="90000"/>
              </a:lnSpc>
              <a:spcBef>
                <a:spcPts val="1000"/>
              </a:spcBef>
              <a:spcAft>
                <a:spcPts val="0"/>
              </a:spcAft>
              <a:buClr>
                <a:srgbClr val="5D5D5D"/>
              </a:buClr>
              <a:buSzPts val="3600"/>
              <a:buNone/>
              <a:defRPr sz="3600">
                <a:solidFill>
                  <a:srgbClr val="5D5D5D"/>
                </a:solidFill>
              </a:defRPr>
            </a:lvl1pPr>
            <a:lvl2pPr indent="-342900" lvl="1" marL="914400" algn="l">
              <a:lnSpc>
                <a:spcPct val="90000"/>
              </a:lnSpc>
              <a:spcBef>
                <a:spcPts val="1000"/>
              </a:spcBef>
              <a:spcAft>
                <a:spcPts val="0"/>
              </a:spcAft>
              <a:buClr>
                <a:srgbClr val="5D5D5D"/>
              </a:buClr>
              <a:buSzPts val="1800"/>
              <a:buChar char="•"/>
              <a:defRPr/>
            </a:lvl2pPr>
            <a:lvl3pPr indent="-342900" lvl="2" marL="1371600" algn="l">
              <a:lnSpc>
                <a:spcPct val="90000"/>
              </a:lnSpc>
              <a:spcBef>
                <a:spcPts val="1000"/>
              </a:spcBef>
              <a:spcAft>
                <a:spcPts val="0"/>
              </a:spcAft>
              <a:buClr>
                <a:srgbClr val="5D5D5D"/>
              </a:buClr>
              <a:buSzPts val="1800"/>
              <a:buChar char="•"/>
              <a:defRPr/>
            </a:lvl3pPr>
            <a:lvl4pPr indent="-342900" lvl="3" marL="1828800" algn="l">
              <a:lnSpc>
                <a:spcPct val="90000"/>
              </a:lnSpc>
              <a:spcBef>
                <a:spcPts val="1000"/>
              </a:spcBef>
              <a:spcAft>
                <a:spcPts val="0"/>
              </a:spcAft>
              <a:buClr>
                <a:srgbClr val="5D5D5D"/>
              </a:buClr>
              <a:buSzPts val="1800"/>
              <a:buChar char="•"/>
              <a:defRPr/>
            </a:lvl4pPr>
            <a:lvl5pPr indent="-342900" lvl="4" marL="2286000" algn="l">
              <a:lnSpc>
                <a:spcPct val="90000"/>
              </a:lnSpc>
              <a:spcBef>
                <a:spcPts val="1000"/>
              </a:spcBef>
              <a:spcAft>
                <a:spcPts val="0"/>
              </a:spcAft>
              <a:buClr>
                <a:srgbClr val="5D5D5D"/>
              </a:buClr>
              <a:buSzPts val="1800"/>
              <a:buChar char="•"/>
              <a:defRPr/>
            </a:lvl5pPr>
            <a:lvl6pPr indent="-342900" lvl="5" marL="2743200" algn="l">
              <a:lnSpc>
                <a:spcPct val="90000"/>
              </a:lnSpc>
              <a:spcBef>
                <a:spcPts val="1000"/>
              </a:spcBef>
              <a:spcAft>
                <a:spcPts val="0"/>
              </a:spcAft>
              <a:buClr>
                <a:srgbClr val="000000"/>
              </a:buClr>
              <a:buSzPts val="1800"/>
              <a:buChar char="•"/>
              <a:defRPr/>
            </a:lvl6pPr>
            <a:lvl7pPr indent="-342900" lvl="6" marL="3200400" algn="l">
              <a:lnSpc>
                <a:spcPct val="90000"/>
              </a:lnSpc>
              <a:spcBef>
                <a:spcPts val="1000"/>
              </a:spcBef>
              <a:spcAft>
                <a:spcPts val="0"/>
              </a:spcAft>
              <a:buClr>
                <a:srgbClr val="000000"/>
              </a:buClr>
              <a:buSzPts val="1800"/>
              <a:buChar char="•"/>
              <a:defRPr/>
            </a:lvl7pPr>
            <a:lvl8pPr indent="-342900" lvl="7" marL="3657600" algn="l">
              <a:lnSpc>
                <a:spcPct val="90000"/>
              </a:lnSpc>
              <a:spcBef>
                <a:spcPts val="1000"/>
              </a:spcBef>
              <a:spcAft>
                <a:spcPts val="0"/>
              </a:spcAft>
              <a:buClr>
                <a:srgbClr val="000000"/>
              </a:buClr>
              <a:buSzPts val="1800"/>
              <a:buChar char="•"/>
              <a:defRPr/>
            </a:lvl8pPr>
            <a:lvl9pPr indent="-342900" lvl="8" marL="4114800" algn="l">
              <a:lnSpc>
                <a:spcPct val="90000"/>
              </a:lnSpc>
              <a:spcBef>
                <a:spcPts val="1000"/>
              </a:spcBef>
              <a:spcAft>
                <a:spcPts val="0"/>
              </a:spcAft>
              <a:buClr>
                <a:srgbClr val="000000"/>
              </a:buClr>
              <a:buSzPts val="1800"/>
              <a:buChar char="•"/>
              <a:defRPr/>
            </a:lvl9pPr>
          </a:lstStyle>
          <a:p/>
        </p:txBody>
      </p:sp>
      <p:sp>
        <p:nvSpPr>
          <p:cNvPr id="42" name="Google Shape;42;p16"/>
          <p:cNvSpPr txBox="1"/>
          <p:nvPr>
            <p:ph idx="2" type="body"/>
          </p:nvPr>
        </p:nvSpPr>
        <p:spPr>
          <a:xfrm>
            <a:off x="2346325" y="3081338"/>
            <a:ext cx="6746875" cy="1631950"/>
          </a:xfrm>
          <a:prstGeom prst="rect">
            <a:avLst/>
          </a:prstGeom>
          <a:noFill/>
          <a:ln>
            <a:noFill/>
          </a:ln>
        </p:spPr>
        <p:txBody>
          <a:bodyPr anchorCtr="0" anchor="t" bIns="45700" lIns="45700" spcFirstLastPara="1" rIns="45700" wrap="square" tIns="45700">
            <a:normAutofit/>
          </a:bodyPr>
          <a:lstStyle>
            <a:lvl1pPr indent="-228600" lvl="0" marL="457200" algn="l">
              <a:lnSpc>
                <a:spcPct val="100000"/>
              </a:lnSpc>
              <a:spcBef>
                <a:spcPts val="0"/>
              </a:spcBef>
              <a:spcAft>
                <a:spcPts val="0"/>
              </a:spcAft>
              <a:buClr>
                <a:srgbClr val="5D5D5D"/>
              </a:buClr>
              <a:buSzPts val="2000"/>
              <a:buNone/>
              <a:defRPr>
                <a:solidFill>
                  <a:srgbClr val="5D5D5D"/>
                </a:solidFill>
              </a:defRPr>
            </a:lvl1pPr>
            <a:lvl2pPr indent="-342900" lvl="1" marL="914400" algn="l">
              <a:lnSpc>
                <a:spcPct val="90000"/>
              </a:lnSpc>
              <a:spcBef>
                <a:spcPts val="2000"/>
              </a:spcBef>
              <a:spcAft>
                <a:spcPts val="0"/>
              </a:spcAft>
              <a:buClr>
                <a:srgbClr val="5D5D5D"/>
              </a:buClr>
              <a:buSzPts val="1800"/>
              <a:buChar char="•"/>
              <a:defRPr/>
            </a:lvl2pPr>
            <a:lvl3pPr indent="-342900" lvl="2" marL="1371600" algn="l">
              <a:lnSpc>
                <a:spcPct val="90000"/>
              </a:lnSpc>
              <a:spcBef>
                <a:spcPts val="1000"/>
              </a:spcBef>
              <a:spcAft>
                <a:spcPts val="0"/>
              </a:spcAft>
              <a:buClr>
                <a:srgbClr val="5D5D5D"/>
              </a:buClr>
              <a:buSzPts val="1800"/>
              <a:buChar char="•"/>
              <a:defRPr/>
            </a:lvl3pPr>
            <a:lvl4pPr indent="-342900" lvl="3" marL="1828800" algn="l">
              <a:lnSpc>
                <a:spcPct val="90000"/>
              </a:lnSpc>
              <a:spcBef>
                <a:spcPts val="1000"/>
              </a:spcBef>
              <a:spcAft>
                <a:spcPts val="0"/>
              </a:spcAft>
              <a:buClr>
                <a:srgbClr val="5D5D5D"/>
              </a:buClr>
              <a:buSzPts val="1800"/>
              <a:buChar char="•"/>
              <a:defRPr/>
            </a:lvl4pPr>
            <a:lvl5pPr indent="-342900" lvl="4" marL="2286000" algn="l">
              <a:lnSpc>
                <a:spcPct val="90000"/>
              </a:lnSpc>
              <a:spcBef>
                <a:spcPts val="1000"/>
              </a:spcBef>
              <a:spcAft>
                <a:spcPts val="0"/>
              </a:spcAft>
              <a:buClr>
                <a:srgbClr val="5D5D5D"/>
              </a:buClr>
              <a:buSzPts val="1800"/>
              <a:buChar char="•"/>
              <a:defRPr/>
            </a:lvl5pPr>
            <a:lvl6pPr indent="-342900" lvl="5" marL="2743200" algn="l">
              <a:lnSpc>
                <a:spcPct val="90000"/>
              </a:lnSpc>
              <a:spcBef>
                <a:spcPts val="1000"/>
              </a:spcBef>
              <a:spcAft>
                <a:spcPts val="0"/>
              </a:spcAft>
              <a:buClr>
                <a:srgbClr val="000000"/>
              </a:buClr>
              <a:buSzPts val="1800"/>
              <a:buChar char="•"/>
              <a:defRPr/>
            </a:lvl6pPr>
            <a:lvl7pPr indent="-342900" lvl="6" marL="3200400" algn="l">
              <a:lnSpc>
                <a:spcPct val="90000"/>
              </a:lnSpc>
              <a:spcBef>
                <a:spcPts val="1000"/>
              </a:spcBef>
              <a:spcAft>
                <a:spcPts val="0"/>
              </a:spcAft>
              <a:buClr>
                <a:srgbClr val="000000"/>
              </a:buClr>
              <a:buSzPts val="1800"/>
              <a:buChar char="•"/>
              <a:defRPr/>
            </a:lvl7pPr>
            <a:lvl8pPr indent="-342900" lvl="7" marL="3657600" algn="l">
              <a:lnSpc>
                <a:spcPct val="90000"/>
              </a:lnSpc>
              <a:spcBef>
                <a:spcPts val="1000"/>
              </a:spcBef>
              <a:spcAft>
                <a:spcPts val="0"/>
              </a:spcAft>
              <a:buClr>
                <a:srgbClr val="000000"/>
              </a:buClr>
              <a:buSzPts val="1800"/>
              <a:buChar char="•"/>
              <a:defRPr/>
            </a:lvl8pPr>
            <a:lvl9pPr indent="-342900" lvl="8" marL="4114800" algn="l">
              <a:lnSpc>
                <a:spcPct val="90000"/>
              </a:lnSpc>
              <a:spcBef>
                <a:spcPts val="1000"/>
              </a:spcBef>
              <a:spcAft>
                <a:spcPts val="0"/>
              </a:spcAft>
              <a:buClr>
                <a:srgbClr val="000000"/>
              </a:buClr>
              <a:buSzPts val="1800"/>
              <a:buChar char="•"/>
              <a:defRPr/>
            </a:lvl9pPr>
          </a:lstStyle>
          <a:p/>
        </p:txBody>
      </p:sp>
      <p:sp>
        <p:nvSpPr>
          <p:cNvPr id="43" name="Google Shape;43;p16"/>
          <p:cNvSpPr txBox="1"/>
          <p:nvPr>
            <p:ph idx="3" type="body"/>
          </p:nvPr>
        </p:nvSpPr>
        <p:spPr>
          <a:xfrm>
            <a:off x="2346325" y="2535238"/>
            <a:ext cx="6638925" cy="400050"/>
          </a:xfrm>
          <a:prstGeom prst="rect">
            <a:avLst/>
          </a:prstGeom>
          <a:noFill/>
          <a:ln>
            <a:noFill/>
          </a:ln>
        </p:spPr>
        <p:txBody>
          <a:bodyPr anchorCtr="0" anchor="ctr" bIns="45700" lIns="45700" spcFirstLastPara="1" rIns="45700" wrap="square" tIns="45700">
            <a:normAutofit/>
          </a:bodyPr>
          <a:lstStyle>
            <a:lvl1pPr indent="-228600" lvl="0" marL="457200" algn="l">
              <a:lnSpc>
                <a:spcPct val="100000"/>
              </a:lnSpc>
              <a:spcBef>
                <a:spcPts val="0"/>
              </a:spcBef>
              <a:spcAft>
                <a:spcPts val="0"/>
              </a:spcAft>
              <a:buClr>
                <a:srgbClr val="5D5D5D"/>
              </a:buClr>
              <a:buSzPts val="2000"/>
              <a:buNone/>
              <a:defRPr b="1">
                <a:solidFill>
                  <a:srgbClr val="5D5D5D"/>
                </a:solidFill>
                <a:latin typeface="Open Sans"/>
                <a:ea typeface="Open Sans"/>
                <a:cs typeface="Open Sans"/>
                <a:sym typeface="Open Sans"/>
              </a:defRPr>
            </a:lvl1pPr>
            <a:lvl2pPr indent="-342900" lvl="1" marL="914400" algn="l">
              <a:lnSpc>
                <a:spcPct val="90000"/>
              </a:lnSpc>
              <a:spcBef>
                <a:spcPts val="2000"/>
              </a:spcBef>
              <a:spcAft>
                <a:spcPts val="0"/>
              </a:spcAft>
              <a:buClr>
                <a:srgbClr val="5D5D5D"/>
              </a:buClr>
              <a:buSzPts val="1800"/>
              <a:buChar char="•"/>
              <a:defRPr/>
            </a:lvl2pPr>
            <a:lvl3pPr indent="-342900" lvl="2" marL="1371600" algn="l">
              <a:lnSpc>
                <a:spcPct val="90000"/>
              </a:lnSpc>
              <a:spcBef>
                <a:spcPts val="1000"/>
              </a:spcBef>
              <a:spcAft>
                <a:spcPts val="0"/>
              </a:spcAft>
              <a:buClr>
                <a:srgbClr val="5D5D5D"/>
              </a:buClr>
              <a:buSzPts val="1800"/>
              <a:buChar char="•"/>
              <a:defRPr/>
            </a:lvl3pPr>
            <a:lvl4pPr indent="-342900" lvl="3" marL="1828800" algn="l">
              <a:lnSpc>
                <a:spcPct val="90000"/>
              </a:lnSpc>
              <a:spcBef>
                <a:spcPts val="1000"/>
              </a:spcBef>
              <a:spcAft>
                <a:spcPts val="0"/>
              </a:spcAft>
              <a:buClr>
                <a:srgbClr val="5D5D5D"/>
              </a:buClr>
              <a:buSzPts val="1800"/>
              <a:buChar char="•"/>
              <a:defRPr/>
            </a:lvl4pPr>
            <a:lvl5pPr indent="-342900" lvl="4" marL="2286000" algn="l">
              <a:lnSpc>
                <a:spcPct val="90000"/>
              </a:lnSpc>
              <a:spcBef>
                <a:spcPts val="1000"/>
              </a:spcBef>
              <a:spcAft>
                <a:spcPts val="0"/>
              </a:spcAft>
              <a:buClr>
                <a:srgbClr val="5D5D5D"/>
              </a:buClr>
              <a:buSzPts val="1800"/>
              <a:buChar char="•"/>
              <a:defRPr/>
            </a:lvl5pPr>
            <a:lvl6pPr indent="-342900" lvl="5" marL="2743200" algn="l">
              <a:lnSpc>
                <a:spcPct val="90000"/>
              </a:lnSpc>
              <a:spcBef>
                <a:spcPts val="1000"/>
              </a:spcBef>
              <a:spcAft>
                <a:spcPts val="0"/>
              </a:spcAft>
              <a:buClr>
                <a:srgbClr val="000000"/>
              </a:buClr>
              <a:buSzPts val="1800"/>
              <a:buChar char="•"/>
              <a:defRPr/>
            </a:lvl6pPr>
            <a:lvl7pPr indent="-342900" lvl="6" marL="3200400" algn="l">
              <a:lnSpc>
                <a:spcPct val="90000"/>
              </a:lnSpc>
              <a:spcBef>
                <a:spcPts val="1000"/>
              </a:spcBef>
              <a:spcAft>
                <a:spcPts val="0"/>
              </a:spcAft>
              <a:buClr>
                <a:srgbClr val="000000"/>
              </a:buClr>
              <a:buSzPts val="1800"/>
              <a:buChar char="•"/>
              <a:defRPr/>
            </a:lvl7pPr>
            <a:lvl8pPr indent="-342900" lvl="7" marL="3657600" algn="l">
              <a:lnSpc>
                <a:spcPct val="90000"/>
              </a:lnSpc>
              <a:spcBef>
                <a:spcPts val="1000"/>
              </a:spcBef>
              <a:spcAft>
                <a:spcPts val="0"/>
              </a:spcAft>
              <a:buClr>
                <a:srgbClr val="000000"/>
              </a:buClr>
              <a:buSzPts val="1800"/>
              <a:buChar char="•"/>
              <a:defRPr/>
            </a:lvl8pPr>
            <a:lvl9pPr indent="-342900" lvl="8" marL="4114800" algn="l">
              <a:lnSpc>
                <a:spcPct val="90000"/>
              </a:lnSpc>
              <a:spcBef>
                <a:spcPts val="1000"/>
              </a:spcBef>
              <a:spcAft>
                <a:spcPts val="0"/>
              </a:spcAft>
              <a:buClr>
                <a:srgbClr val="000000"/>
              </a:buClr>
              <a:buSzPts val="1800"/>
              <a:buChar char="•"/>
              <a:defRPr/>
            </a:lvl9pPr>
          </a:lstStyle>
          <a:p/>
        </p:txBody>
      </p:sp>
      <p:sp>
        <p:nvSpPr>
          <p:cNvPr id="44" name="Google Shape;44;p16"/>
          <p:cNvSpPr txBox="1"/>
          <p:nvPr>
            <p:ph idx="12" type="sldNum"/>
          </p:nvPr>
        </p:nvSpPr>
        <p:spPr>
          <a:xfrm>
            <a:off x="2346325" y="6318042"/>
            <a:ext cx="350415" cy="338554"/>
          </a:xfrm>
          <a:prstGeom prst="rect">
            <a:avLst/>
          </a:prstGeom>
          <a:noFill/>
          <a:ln>
            <a:noFill/>
          </a:ln>
        </p:spPr>
        <p:txBody>
          <a:bodyPr anchorCtr="0" anchor="ctr" bIns="45700" lIns="45700" spcFirstLastPara="1" rIns="45700" wrap="square" tIns="45700">
            <a:spAutoFit/>
          </a:bodyPr>
          <a:lstStyle>
            <a:lvl1pPr indent="0" lvl="0" marL="0" marR="0" algn="l">
              <a:lnSpc>
                <a:spcPct val="100000"/>
              </a:lnSpc>
              <a:spcBef>
                <a:spcPts val="0"/>
              </a:spcBef>
              <a:spcAft>
                <a:spcPts val="0"/>
              </a:spcAft>
              <a:buClr>
                <a:srgbClr val="828282"/>
              </a:buClr>
              <a:buSzPts val="1600"/>
              <a:buFont typeface="Open Sans"/>
              <a:buNone/>
              <a:defRPr b="0" i="0" sz="1600" u="none" cap="none" strike="noStrike">
                <a:solidFill>
                  <a:srgbClr val="828282"/>
                </a:solidFill>
                <a:latin typeface="Open Sans"/>
                <a:ea typeface="Open Sans"/>
                <a:cs typeface="Open Sans"/>
                <a:sym typeface="Open Sans"/>
              </a:defRPr>
            </a:lvl1pPr>
            <a:lvl2pPr indent="0" lvl="1" marL="0" marR="0" algn="l">
              <a:lnSpc>
                <a:spcPct val="100000"/>
              </a:lnSpc>
              <a:spcBef>
                <a:spcPts val="0"/>
              </a:spcBef>
              <a:spcAft>
                <a:spcPts val="0"/>
              </a:spcAft>
              <a:buClr>
                <a:srgbClr val="828282"/>
              </a:buClr>
              <a:buSzPts val="1600"/>
              <a:buFont typeface="Open Sans"/>
              <a:buNone/>
              <a:defRPr b="0" i="0" sz="1600" u="none" cap="none" strike="noStrike">
                <a:solidFill>
                  <a:srgbClr val="828282"/>
                </a:solidFill>
                <a:latin typeface="Open Sans"/>
                <a:ea typeface="Open Sans"/>
                <a:cs typeface="Open Sans"/>
                <a:sym typeface="Open Sans"/>
              </a:defRPr>
            </a:lvl2pPr>
            <a:lvl3pPr indent="0" lvl="2" marL="0" marR="0" algn="l">
              <a:lnSpc>
                <a:spcPct val="100000"/>
              </a:lnSpc>
              <a:spcBef>
                <a:spcPts val="0"/>
              </a:spcBef>
              <a:spcAft>
                <a:spcPts val="0"/>
              </a:spcAft>
              <a:buClr>
                <a:srgbClr val="828282"/>
              </a:buClr>
              <a:buSzPts val="1600"/>
              <a:buFont typeface="Open Sans"/>
              <a:buNone/>
              <a:defRPr b="0" i="0" sz="1600" u="none" cap="none" strike="noStrike">
                <a:solidFill>
                  <a:srgbClr val="828282"/>
                </a:solidFill>
                <a:latin typeface="Open Sans"/>
                <a:ea typeface="Open Sans"/>
                <a:cs typeface="Open Sans"/>
                <a:sym typeface="Open Sans"/>
              </a:defRPr>
            </a:lvl3pPr>
            <a:lvl4pPr indent="0" lvl="3" marL="0" marR="0" algn="l">
              <a:lnSpc>
                <a:spcPct val="100000"/>
              </a:lnSpc>
              <a:spcBef>
                <a:spcPts val="0"/>
              </a:spcBef>
              <a:spcAft>
                <a:spcPts val="0"/>
              </a:spcAft>
              <a:buClr>
                <a:srgbClr val="828282"/>
              </a:buClr>
              <a:buSzPts val="1600"/>
              <a:buFont typeface="Open Sans"/>
              <a:buNone/>
              <a:defRPr b="0" i="0" sz="1600" u="none" cap="none" strike="noStrike">
                <a:solidFill>
                  <a:srgbClr val="828282"/>
                </a:solidFill>
                <a:latin typeface="Open Sans"/>
                <a:ea typeface="Open Sans"/>
                <a:cs typeface="Open Sans"/>
                <a:sym typeface="Open Sans"/>
              </a:defRPr>
            </a:lvl4pPr>
            <a:lvl5pPr indent="0" lvl="4" marL="0" marR="0" algn="l">
              <a:lnSpc>
                <a:spcPct val="100000"/>
              </a:lnSpc>
              <a:spcBef>
                <a:spcPts val="0"/>
              </a:spcBef>
              <a:spcAft>
                <a:spcPts val="0"/>
              </a:spcAft>
              <a:buClr>
                <a:srgbClr val="828282"/>
              </a:buClr>
              <a:buSzPts val="1600"/>
              <a:buFont typeface="Open Sans"/>
              <a:buNone/>
              <a:defRPr b="0" i="0" sz="1600" u="none" cap="none" strike="noStrike">
                <a:solidFill>
                  <a:srgbClr val="828282"/>
                </a:solidFill>
                <a:latin typeface="Open Sans"/>
                <a:ea typeface="Open Sans"/>
                <a:cs typeface="Open Sans"/>
                <a:sym typeface="Open Sans"/>
              </a:defRPr>
            </a:lvl5pPr>
            <a:lvl6pPr indent="0" lvl="5" marL="0" marR="0" algn="l">
              <a:lnSpc>
                <a:spcPct val="100000"/>
              </a:lnSpc>
              <a:spcBef>
                <a:spcPts val="0"/>
              </a:spcBef>
              <a:spcAft>
                <a:spcPts val="0"/>
              </a:spcAft>
              <a:buClr>
                <a:srgbClr val="828282"/>
              </a:buClr>
              <a:buSzPts val="1600"/>
              <a:buFont typeface="Open Sans"/>
              <a:buNone/>
              <a:defRPr b="0" i="0" sz="1600" u="none" cap="none" strike="noStrike">
                <a:solidFill>
                  <a:srgbClr val="828282"/>
                </a:solidFill>
                <a:latin typeface="Open Sans"/>
                <a:ea typeface="Open Sans"/>
                <a:cs typeface="Open Sans"/>
                <a:sym typeface="Open Sans"/>
              </a:defRPr>
            </a:lvl6pPr>
            <a:lvl7pPr indent="0" lvl="6" marL="0" marR="0" algn="l">
              <a:lnSpc>
                <a:spcPct val="100000"/>
              </a:lnSpc>
              <a:spcBef>
                <a:spcPts val="0"/>
              </a:spcBef>
              <a:spcAft>
                <a:spcPts val="0"/>
              </a:spcAft>
              <a:buClr>
                <a:srgbClr val="828282"/>
              </a:buClr>
              <a:buSzPts val="1600"/>
              <a:buFont typeface="Open Sans"/>
              <a:buNone/>
              <a:defRPr b="0" i="0" sz="1600" u="none" cap="none" strike="noStrike">
                <a:solidFill>
                  <a:srgbClr val="828282"/>
                </a:solidFill>
                <a:latin typeface="Open Sans"/>
                <a:ea typeface="Open Sans"/>
                <a:cs typeface="Open Sans"/>
                <a:sym typeface="Open Sans"/>
              </a:defRPr>
            </a:lvl7pPr>
            <a:lvl8pPr indent="0" lvl="7" marL="0" marR="0" algn="l">
              <a:lnSpc>
                <a:spcPct val="100000"/>
              </a:lnSpc>
              <a:spcBef>
                <a:spcPts val="0"/>
              </a:spcBef>
              <a:spcAft>
                <a:spcPts val="0"/>
              </a:spcAft>
              <a:buClr>
                <a:srgbClr val="828282"/>
              </a:buClr>
              <a:buSzPts val="1600"/>
              <a:buFont typeface="Open Sans"/>
              <a:buNone/>
              <a:defRPr b="0" i="0" sz="1600" u="none" cap="none" strike="noStrike">
                <a:solidFill>
                  <a:srgbClr val="828282"/>
                </a:solidFill>
                <a:latin typeface="Open Sans"/>
                <a:ea typeface="Open Sans"/>
                <a:cs typeface="Open Sans"/>
                <a:sym typeface="Open Sans"/>
              </a:defRPr>
            </a:lvl8pPr>
            <a:lvl9pPr indent="0" lvl="8" marL="0" marR="0" algn="l">
              <a:lnSpc>
                <a:spcPct val="100000"/>
              </a:lnSpc>
              <a:spcBef>
                <a:spcPts val="0"/>
              </a:spcBef>
              <a:spcAft>
                <a:spcPts val="0"/>
              </a:spcAft>
              <a:buClr>
                <a:srgbClr val="828282"/>
              </a:buClr>
              <a:buSzPts val="1600"/>
              <a:buFont typeface="Open Sans"/>
              <a:buNone/>
              <a:defRPr b="0" i="0" sz="1600" u="none" cap="none" strike="noStrike">
                <a:solidFill>
                  <a:srgbClr val="828282"/>
                </a:solidFill>
                <a:latin typeface="Open Sans"/>
                <a:ea typeface="Open Sans"/>
                <a:cs typeface="Open Sans"/>
                <a:sym typeface="Open Sans"/>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Column">
  <p:cSld name="Two-Column">
    <p:spTree>
      <p:nvGrpSpPr>
        <p:cNvPr id="45" name="Shape 45"/>
        <p:cNvGrpSpPr/>
        <p:nvPr/>
      </p:nvGrpSpPr>
      <p:grpSpPr>
        <a:xfrm>
          <a:off x="0" y="0"/>
          <a:ext cx="0" cy="0"/>
          <a:chOff x="0" y="0"/>
          <a:chExt cx="0" cy="0"/>
        </a:xfrm>
      </p:grpSpPr>
      <p:pic>
        <p:nvPicPr>
          <p:cNvPr descr="Picture 6" id="46" name="Google Shape;46;p17"/>
          <p:cNvPicPr preferRelativeResize="0"/>
          <p:nvPr/>
        </p:nvPicPr>
        <p:blipFill rotWithShape="1">
          <a:blip r:embed="rId2">
            <a:alphaModFix/>
          </a:blip>
          <a:srcRect b="0" l="0" r="0" t="0"/>
          <a:stretch/>
        </p:blipFill>
        <p:spPr>
          <a:xfrm>
            <a:off x="0" y="0"/>
            <a:ext cx="12192000" cy="6858000"/>
          </a:xfrm>
          <a:prstGeom prst="rect">
            <a:avLst/>
          </a:prstGeom>
          <a:noFill/>
          <a:ln>
            <a:noFill/>
          </a:ln>
        </p:spPr>
      </p:pic>
      <p:sp>
        <p:nvSpPr>
          <p:cNvPr id="47" name="Google Shape;47;p17"/>
          <p:cNvSpPr/>
          <p:nvPr/>
        </p:nvSpPr>
        <p:spPr>
          <a:xfrm>
            <a:off x="1152395" y="0"/>
            <a:ext cx="11039605" cy="6858000"/>
          </a:xfrm>
          <a:prstGeom prst="rect">
            <a:avLst/>
          </a:prstGeom>
          <a:solidFill>
            <a:schemeClr val="lt1"/>
          </a:solidFill>
          <a:ln>
            <a:noFill/>
          </a:ln>
        </p:spPr>
        <p:txBody>
          <a:bodyPr anchorCtr="0" anchor="ctr" bIns="45700" lIns="45700" spcFirstLastPara="1" rIns="45700" wrap="square" tIns="45700">
            <a:spAutoFit/>
          </a:bodyPr>
          <a:lstStyle/>
          <a:p>
            <a:pPr indent="0" lvl="0" marL="0" marR="0" rtl="0" algn="l">
              <a:lnSpc>
                <a:spcPct val="100000"/>
              </a:lnSpc>
              <a:spcBef>
                <a:spcPts val="0"/>
              </a:spcBef>
              <a:spcAft>
                <a:spcPts val="0"/>
              </a:spcAft>
              <a:buClr>
                <a:srgbClr val="000000"/>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48" name="Google Shape;48;p17"/>
          <p:cNvSpPr txBox="1"/>
          <p:nvPr>
            <p:ph idx="1" type="body"/>
          </p:nvPr>
        </p:nvSpPr>
        <p:spPr>
          <a:xfrm>
            <a:off x="2346325" y="2978150"/>
            <a:ext cx="4289425" cy="2246313"/>
          </a:xfrm>
          <a:prstGeom prst="rect">
            <a:avLst/>
          </a:prstGeom>
          <a:noFill/>
          <a:ln>
            <a:noFill/>
          </a:ln>
        </p:spPr>
        <p:txBody>
          <a:bodyPr anchorCtr="0" anchor="t" bIns="45700" lIns="45700" spcFirstLastPara="1" rIns="45700" wrap="square" tIns="45700">
            <a:normAutofit/>
          </a:bodyPr>
          <a:lstStyle>
            <a:lvl1pPr indent="-228600" lvl="0" marL="457200" algn="l">
              <a:lnSpc>
                <a:spcPct val="100000"/>
              </a:lnSpc>
              <a:spcBef>
                <a:spcPts val="0"/>
              </a:spcBef>
              <a:spcAft>
                <a:spcPts val="0"/>
              </a:spcAft>
              <a:buClr>
                <a:srgbClr val="5D5D5D"/>
              </a:buClr>
              <a:buSzPts val="2000"/>
              <a:buNone/>
              <a:defRPr>
                <a:solidFill>
                  <a:srgbClr val="5D5D5D"/>
                </a:solidFill>
              </a:defRPr>
            </a:lvl1pPr>
            <a:lvl2pPr indent="-342900" lvl="1" marL="914400" algn="l">
              <a:lnSpc>
                <a:spcPct val="90000"/>
              </a:lnSpc>
              <a:spcBef>
                <a:spcPts val="2000"/>
              </a:spcBef>
              <a:spcAft>
                <a:spcPts val="0"/>
              </a:spcAft>
              <a:buClr>
                <a:srgbClr val="5D5D5D"/>
              </a:buClr>
              <a:buSzPts val="1800"/>
              <a:buChar char="•"/>
              <a:defRPr/>
            </a:lvl2pPr>
            <a:lvl3pPr indent="-342900" lvl="2" marL="1371600" algn="l">
              <a:lnSpc>
                <a:spcPct val="90000"/>
              </a:lnSpc>
              <a:spcBef>
                <a:spcPts val="1000"/>
              </a:spcBef>
              <a:spcAft>
                <a:spcPts val="0"/>
              </a:spcAft>
              <a:buClr>
                <a:srgbClr val="5D5D5D"/>
              </a:buClr>
              <a:buSzPts val="1800"/>
              <a:buChar char="•"/>
              <a:defRPr/>
            </a:lvl3pPr>
            <a:lvl4pPr indent="-342900" lvl="3" marL="1828800" algn="l">
              <a:lnSpc>
                <a:spcPct val="90000"/>
              </a:lnSpc>
              <a:spcBef>
                <a:spcPts val="1000"/>
              </a:spcBef>
              <a:spcAft>
                <a:spcPts val="0"/>
              </a:spcAft>
              <a:buClr>
                <a:srgbClr val="5D5D5D"/>
              </a:buClr>
              <a:buSzPts val="1800"/>
              <a:buChar char="•"/>
              <a:defRPr/>
            </a:lvl4pPr>
            <a:lvl5pPr indent="-342900" lvl="4" marL="2286000" algn="l">
              <a:lnSpc>
                <a:spcPct val="90000"/>
              </a:lnSpc>
              <a:spcBef>
                <a:spcPts val="1000"/>
              </a:spcBef>
              <a:spcAft>
                <a:spcPts val="0"/>
              </a:spcAft>
              <a:buClr>
                <a:srgbClr val="5D5D5D"/>
              </a:buClr>
              <a:buSzPts val="1800"/>
              <a:buChar char="•"/>
              <a:defRPr/>
            </a:lvl5pPr>
            <a:lvl6pPr indent="-342900" lvl="5" marL="2743200" algn="l">
              <a:lnSpc>
                <a:spcPct val="90000"/>
              </a:lnSpc>
              <a:spcBef>
                <a:spcPts val="1000"/>
              </a:spcBef>
              <a:spcAft>
                <a:spcPts val="0"/>
              </a:spcAft>
              <a:buClr>
                <a:srgbClr val="000000"/>
              </a:buClr>
              <a:buSzPts val="1800"/>
              <a:buChar char="•"/>
              <a:defRPr/>
            </a:lvl6pPr>
            <a:lvl7pPr indent="-342900" lvl="6" marL="3200400" algn="l">
              <a:lnSpc>
                <a:spcPct val="90000"/>
              </a:lnSpc>
              <a:spcBef>
                <a:spcPts val="1000"/>
              </a:spcBef>
              <a:spcAft>
                <a:spcPts val="0"/>
              </a:spcAft>
              <a:buClr>
                <a:srgbClr val="000000"/>
              </a:buClr>
              <a:buSzPts val="1800"/>
              <a:buChar char="•"/>
              <a:defRPr/>
            </a:lvl7pPr>
            <a:lvl8pPr indent="-342900" lvl="7" marL="3657600" algn="l">
              <a:lnSpc>
                <a:spcPct val="90000"/>
              </a:lnSpc>
              <a:spcBef>
                <a:spcPts val="1000"/>
              </a:spcBef>
              <a:spcAft>
                <a:spcPts val="0"/>
              </a:spcAft>
              <a:buClr>
                <a:srgbClr val="000000"/>
              </a:buClr>
              <a:buSzPts val="1800"/>
              <a:buChar char="•"/>
              <a:defRPr/>
            </a:lvl8pPr>
            <a:lvl9pPr indent="-342900" lvl="8" marL="4114800" algn="l">
              <a:lnSpc>
                <a:spcPct val="90000"/>
              </a:lnSpc>
              <a:spcBef>
                <a:spcPts val="1000"/>
              </a:spcBef>
              <a:spcAft>
                <a:spcPts val="0"/>
              </a:spcAft>
              <a:buClr>
                <a:srgbClr val="000000"/>
              </a:buClr>
              <a:buSzPts val="1800"/>
              <a:buChar char="•"/>
              <a:defRPr/>
            </a:lvl9pPr>
          </a:lstStyle>
          <a:p/>
        </p:txBody>
      </p:sp>
      <p:cxnSp>
        <p:nvCxnSpPr>
          <p:cNvPr id="49" name="Google Shape;49;p17"/>
          <p:cNvCxnSpPr/>
          <p:nvPr/>
        </p:nvCxnSpPr>
        <p:spPr>
          <a:xfrm>
            <a:off x="2384121" y="2001772"/>
            <a:ext cx="9177402" cy="0"/>
          </a:xfrm>
          <a:prstGeom prst="straightConnector1">
            <a:avLst/>
          </a:prstGeom>
          <a:noFill/>
          <a:ln cap="flat" cmpd="sng" w="12700">
            <a:solidFill>
              <a:srgbClr val="A5A5A5"/>
            </a:solidFill>
            <a:prstDash val="solid"/>
            <a:miter lim="800000"/>
            <a:headEnd len="sm" w="sm" type="none"/>
            <a:tailEnd len="sm" w="sm" type="none"/>
          </a:ln>
        </p:spPr>
      </p:cxnSp>
      <p:pic>
        <p:nvPicPr>
          <p:cNvPr id="50" name="Google Shape;50;p17"/>
          <p:cNvPicPr preferRelativeResize="0"/>
          <p:nvPr/>
        </p:nvPicPr>
        <p:blipFill rotWithShape="1">
          <a:blip r:embed="rId3">
            <a:alphaModFix/>
          </a:blip>
          <a:srcRect b="0" l="0" r="0" t="0"/>
          <a:stretch/>
        </p:blipFill>
        <p:spPr>
          <a:xfrm>
            <a:off x="8984784" y="6375748"/>
            <a:ext cx="2877363" cy="252955"/>
          </a:xfrm>
          <a:prstGeom prst="rect">
            <a:avLst/>
          </a:prstGeom>
          <a:noFill/>
          <a:ln>
            <a:noFill/>
          </a:ln>
        </p:spPr>
      </p:pic>
      <p:cxnSp>
        <p:nvCxnSpPr>
          <p:cNvPr id="51" name="Google Shape;51;p17"/>
          <p:cNvCxnSpPr/>
          <p:nvPr/>
        </p:nvCxnSpPr>
        <p:spPr>
          <a:xfrm flipH="1">
            <a:off x="6861569" y="2624443"/>
            <a:ext cx="36096" cy="2600020"/>
          </a:xfrm>
          <a:prstGeom prst="straightConnector1">
            <a:avLst/>
          </a:prstGeom>
          <a:noFill/>
          <a:ln cap="flat" cmpd="sng" w="19050">
            <a:solidFill>
              <a:srgbClr val="7F7F7F">
                <a:alpha val="20000"/>
              </a:srgbClr>
            </a:solidFill>
            <a:prstDash val="solid"/>
            <a:miter lim="8000"/>
            <a:headEnd len="sm" w="sm" type="none"/>
            <a:tailEnd len="sm" w="sm" type="none"/>
          </a:ln>
        </p:spPr>
      </p:cxnSp>
      <p:sp>
        <p:nvSpPr>
          <p:cNvPr id="52" name="Google Shape;52;p17"/>
          <p:cNvSpPr txBox="1"/>
          <p:nvPr>
            <p:ph idx="2" type="body"/>
          </p:nvPr>
        </p:nvSpPr>
        <p:spPr>
          <a:xfrm>
            <a:off x="2384425" y="1157288"/>
            <a:ext cx="5883275" cy="646112"/>
          </a:xfrm>
          <a:prstGeom prst="rect">
            <a:avLst/>
          </a:prstGeom>
          <a:noFill/>
          <a:ln>
            <a:noFill/>
          </a:ln>
        </p:spPr>
        <p:txBody>
          <a:bodyPr anchorCtr="0" anchor="ctr" bIns="45700" lIns="45700" spcFirstLastPara="1" rIns="45700" wrap="square" tIns="45700">
            <a:normAutofit/>
          </a:bodyPr>
          <a:lstStyle>
            <a:lvl1pPr indent="-228600" lvl="0" marL="457200" algn="l">
              <a:lnSpc>
                <a:spcPct val="90000"/>
              </a:lnSpc>
              <a:spcBef>
                <a:spcPts val="1000"/>
              </a:spcBef>
              <a:spcAft>
                <a:spcPts val="0"/>
              </a:spcAft>
              <a:buClr>
                <a:srgbClr val="5D5D5D"/>
              </a:buClr>
              <a:buSzPts val="3600"/>
              <a:buNone/>
              <a:defRPr sz="3600">
                <a:solidFill>
                  <a:srgbClr val="5D5D5D"/>
                </a:solidFill>
              </a:defRPr>
            </a:lvl1pPr>
            <a:lvl2pPr indent="-342900" lvl="1" marL="914400" algn="l">
              <a:lnSpc>
                <a:spcPct val="90000"/>
              </a:lnSpc>
              <a:spcBef>
                <a:spcPts val="1000"/>
              </a:spcBef>
              <a:spcAft>
                <a:spcPts val="0"/>
              </a:spcAft>
              <a:buClr>
                <a:srgbClr val="5D5D5D"/>
              </a:buClr>
              <a:buSzPts val="1800"/>
              <a:buChar char="•"/>
              <a:defRPr/>
            </a:lvl2pPr>
            <a:lvl3pPr indent="-342900" lvl="2" marL="1371600" algn="l">
              <a:lnSpc>
                <a:spcPct val="90000"/>
              </a:lnSpc>
              <a:spcBef>
                <a:spcPts val="1000"/>
              </a:spcBef>
              <a:spcAft>
                <a:spcPts val="0"/>
              </a:spcAft>
              <a:buClr>
                <a:srgbClr val="5D5D5D"/>
              </a:buClr>
              <a:buSzPts val="1800"/>
              <a:buChar char="•"/>
              <a:defRPr/>
            </a:lvl3pPr>
            <a:lvl4pPr indent="-342900" lvl="3" marL="1828800" algn="l">
              <a:lnSpc>
                <a:spcPct val="90000"/>
              </a:lnSpc>
              <a:spcBef>
                <a:spcPts val="1000"/>
              </a:spcBef>
              <a:spcAft>
                <a:spcPts val="0"/>
              </a:spcAft>
              <a:buClr>
                <a:srgbClr val="5D5D5D"/>
              </a:buClr>
              <a:buSzPts val="1800"/>
              <a:buChar char="•"/>
              <a:defRPr/>
            </a:lvl4pPr>
            <a:lvl5pPr indent="-342900" lvl="4" marL="2286000" algn="l">
              <a:lnSpc>
                <a:spcPct val="90000"/>
              </a:lnSpc>
              <a:spcBef>
                <a:spcPts val="1000"/>
              </a:spcBef>
              <a:spcAft>
                <a:spcPts val="0"/>
              </a:spcAft>
              <a:buClr>
                <a:srgbClr val="5D5D5D"/>
              </a:buClr>
              <a:buSzPts val="1800"/>
              <a:buChar char="•"/>
              <a:defRPr/>
            </a:lvl5pPr>
            <a:lvl6pPr indent="-342900" lvl="5" marL="2743200" algn="l">
              <a:lnSpc>
                <a:spcPct val="90000"/>
              </a:lnSpc>
              <a:spcBef>
                <a:spcPts val="1000"/>
              </a:spcBef>
              <a:spcAft>
                <a:spcPts val="0"/>
              </a:spcAft>
              <a:buClr>
                <a:srgbClr val="000000"/>
              </a:buClr>
              <a:buSzPts val="1800"/>
              <a:buChar char="•"/>
              <a:defRPr/>
            </a:lvl6pPr>
            <a:lvl7pPr indent="-342900" lvl="6" marL="3200400" algn="l">
              <a:lnSpc>
                <a:spcPct val="90000"/>
              </a:lnSpc>
              <a:spcBef>
                <a:spcPts val="1000"/>
              </a:spcBef>
              <a:spcAft>
                <a:spcPts val="0"/>
              </a:spcAft>
              <a:buClr>
                <a:srgbClr val="000000"/>
              </a:buClr>
              <a:buSzPts val="1800"/>
              <a:buChar char="•"/>
              <a:defRPr/>
            </a:lvl7pPr>
            <a:lvl8pPr indent="-342900" lvl="7" marL="3657600" algn="l">
              <a:lnSpc>
                <a:spcPct val="90000"/>
              </a:lnSpc>
              <a:spcBef>
                <a:spcPts val="1000"/>
              </a:spcBef>
              <a:spcAft>
                <a:spcPts val="0"/>
              </a:spcAft>
              <a:buClr>
                <a:srgbClr val="000000"/>
              </a:buClr>
              <a:buSzPts val="1800"/>
              <a:buChar char="•"/>
              <a:defRPr/>
            </a:lvl8pPr>
            <a:lvl9pPr indent="-342900" lvl="8" marL="4114800" algn="l">
              <a:lnSpc>
                <a:spcPct val="90000"/>
              </a:lnSpc>
              <a:spcBef>
                <a:spcPts val="1000"/>
              </a:spcBef>
              <a:spcAft>
                <a:spcPts val="0"/>
              </a:spcAft>
              <a:buClr>
                <a:srgbClr val="000000"/>
              </a:buClr>
              <a:buSzPts val="1800"/>
              <a:buChar char="•"/>
              <a:defRPr/>
            </a:lvl9pPr>
          </a:lstStyle>
          <a:p/>
        </p:txBody>
      </p:sp>
      <p:sp>
        <p:nvSpPr>
          <p:cNvPr id="53" name="Google Shape;53;p17"/>
          <p:cNvSpPr txBox="1"/>
          <p:nvPr>
            <p:ph idx="3" type="body"/>
          </p:nvPr>
        </p:nvSpPr>
        <p:spPr>
          <a:xfrm>
            <a:off x="2346324" y="2535238"/>
            <a:ext cx="4288651" cy="400050"/>
          </a:xfrm>
          <a:prstGeom prst="rect">
            <a:avLst/>
          </a:prstGeom>
          <a:noFill/>
          <a:ln>
            <a:noFill/>
          </a:ln>
        </p:spPr>
        <p:txBody>
          <a:bodyPr anchorCtr="0" anchor="ctr" bIns="45700" lIns="45700" spcFirstLastPara="1" rIns="45700" wrap="square" tIns="45700">
            <a:normAutofit/>
          </a:bodyPr>
          <a:lstStyle>
            <a:lvl1pPr indent="-228600" lvl="0" marL="457200" algn="l">
              <a:lnSpc>
                <a:spcPct val="100000"/>
              </a:lnSpc>
              <a:spcBef>
                <a:spcPts val="0"/>
              </a:spcBef>
              <a:spcAft>
                <a:spcPts val="0"/>
              </a:spcAft>
              <a:buClr>
                <a:srgbClr val="5D5D5D"/>
              </a:buClr>
              <a:buSzPts val="2000"/>
              <a:buNone/>
              <a:defRPr b="1">
                <a:solidFill>
                  <a:srgbClr val="5D5D5D"/>
                </a:solidFill>
                <a:latin typeface="Open Sans"/>
                <a:ea typeface="Open Sans"/>
                <a:cs typeface="Open Sans"/>
                <a:sym typeface="Open Sans"/>
              </a:defRPr>
            </a:lvl1pPr>
            <a:lvl2pPr indent="-342900" lvl="1" marL="914400" algn="l">
              <a:lnSpc>
                <a:spcPct val="90000"/>
              </a:lnSpc>
              <a:spcBef>
                <a:spcPts val="2000"/>
              </a:spcBef>
              <a:spcAft>
                <a:spcPts val="0"/>
              </a:spcAft>
              <a:buClr>
                <a:srgbClr val="5D5D5D"/>
              </a:buClr>
              <a:buSzPts val="1800"/>
              <a:buChar char="•"/>
              <a:defRPr/>
            </a:lvl2pPr>
            <a:lvl3pPr indent="-342900" lvl="2" marL="1371600" algn="l">
              <a:lnSpc>
                <a:spcPct val="90000"/>
              </a:lnSpc>
              <a:spcBef>
                <a:spcPts val="1000"/>
              </a:spcBef>
              <a:spcAft>
                <a:spcPts val="0"/>
              </a:spcAft>
              <a:buClr>
                <a:srgbClr val="5D5D5D"/>
              </a:buClr>
              <a:buSzPts val="1800"/>
              <a:buChar char="•"/>
              <a:defRPr/>
            </a:lvl3pPr>
            <a:lvl4pPr indent="-342900" lvl="3" marL="1828800" algn="l">
              <a:lnSpc>
                <a:spcPct val="90000"/>
              </a:lnSpc>
              <a:spcBef>
                <a:spcPts val="1000"/>
              </a:spcBef>
              <a:spcAft>
                <a:spcPts val="0"/>
              </a:spcAft>
              <a:buClr>
                <a:srgbClr val="5D5D5D"/>
              </a:buClr>
              <a:buSzPts val="1800"/>
              <a:buChar char="•"/>
              <a:defRPr/>
            </a:lvl4pPr>
            <a:lvl5pPr indent="-342900" lvl="4" marL="2286000" algn="l">
              <a:lnSpc>
                <a:spcPct val="90000"/>
              </a:lnSpc>
              <a:spcBef>
                <a:spcPts val="1000"/>
              </a:spcBef>
              <a:spcAft>
                <a:spcPts val="0"/>
              </a:spcAft>
              <a:buClr>
                <a:srgbClr val="5D5D5D"/>
              </a:buClr>
              <a:buSzPts val="1800"/>
              <a:buChar char="•"/>
              <a:defRPr/>
            </a:lvl5pPr>
            <a:lvl6pPr indent="-342900" lvl="5" marL="2743200" algn="l">
              <a:lnSpc>
                <a:spcPct val="90000"/>
              </a:lnSpc>
              <a:spcBef>
                <a:spcPts val="1000"/>
              </a:spcBef>
              <a:spcAft>
                <a:spcPts val="0"/>
              </a:spcAft>
              <a:buClr>
                <a:srgbClr val="000000"/>
              </a:buClr>
              <a:buSzPts val="1800"/>
              <a:buChar char="•"/>
              <a:defRPr/>
            </a:lvl6pPr>
            <a:lvl7pPr indent="-342900" lvl="6" marL="3200400" algn="l">
              <a:lnSpc>
                <a:spcPct val="90000"/>
              </a:lnSpc>
              <a:spcBef>
                <a:spcPts val="1000"/>
              </a:spcBef>
              <a:spcAft>
                <a:spcPts val="0"/>
              </a:spcAft>
              <a:buClr>
                <a:srgbClr val="000000"/>
              </a:buClr>
              <a:buSzPts val="1800"/>
              <a:buChar char="•"/>
              <a:defRPr/>
            </a:lvl7pPr>
            <a:lvl8pPr indent="-342900" lvl="7" marL="3657600" algn="l">
              <a:lnSpc>
                <a:spcPct val="90000"/>
              </a:lnSpc>
              <a:spcBef>
                <a:spcPts val="1000"/>
              </a:spcBef>
              <a:spcAft>
                <a:spcPts val="0"/>
              </a:spcAft>
              <a:buClr>
                <a:srgbClr val="000000"/>
              </a:buClr>
              <a:buSzPts val="1800"/>
              <a:buChar char="•"/>
              <a:defRPr/>
            </a:lvl8pPr>
            <a:lvl9pPr indent="-342900" lvl="8" marL="4114800" algn="l">
              <a:lnSpc>
                <a:spcPct val="90000"/>
              </a:lnSpc>
              <a:spcBef>
                <a:spcPts val="1000"/>
              </a:spcBef>
              <a:spcAft>
                <a:spcPts val="0"/>
              </a:spcAft>
              <a:buClr>
                <a:srgbClr val="000000"/>
              </a:buClr>
              <a:buSzPts val="1800"/>
              <a:buChar char="•"/>
              <a:defRPr/>
            </a:lvl9pPr>
          </a:lstStyle>
          <a:p/>
        </p:txBody>
      </p:sp>
      <p:sp>
        <p:nvSpPr>
          <p:cNvPr id="54" name="Google Shape;54;p17"/>
          <p:cNvSpPr txBox="1"/>
          <p:nvPr>
            <p:ph idx="4" type="body"/>
          </p:nvPr>
        </p:nvSpPr>
        <p:spPr>
          <a:xfrm>
            <a:off x="7269053" y="2535238"/>
            <a:ext cx="4288651" cy="400050"/>
          </a:xfrm>
          <a:prstGeom prst="rect">
            <a:avLst/>
          </a:prstGeom>
          <a:noFill/>
          <a:ln>
            <a:noFill/>
          </a:ln>
        </p:spPr>
        <p:txBody>
          <a:bodyPr anchorCtr="0" anchor="ctr" bIns="45700" lIns="45700" spcFirstLastPara="1" rIns="45700" wrap="square" tIns="45700">
            <a:normAutofit/>
          </a:bodyPr>
          <a:lstStyle>
            <a:lvl1pPr indent="-228600" lvl="0" marL="457200" algn="l">
              <a:lnSpc>
                <a:spcPct val="100000"/>
              </a:lnSpc>
              <a:spcBef>
                <a:spcPts val="0"/>
              </a:spcBef>
              <a:spcAft>
                <a:spcPts val="0"/>
              </a:spcAft>
              <a:buClr>
                <a:srgbClr val="5D5D5D"/>
              </a:buClr>
              <a:buSzPts val="2000"/>
              <a:buNone/>
              <a:defRPr b="1">
                <a:solidFill>
                  <a:srgbClr val="5D5D5D"/>
                </a:solidFill>
                <a:latin typeface="Open Sans"/>
                <a:ea typeface="Open Sans"/>
                <a:cs typeface="Open Sans"/>
                <a:sym typeface="Open Sans"/>
              </a:defRPr>
            </a:lvl1pPr>
            <a:lvl2pPr indent="-342900" lvl="1" marL="914400" algn="l">
              <a:lnSpc>
                <a:spcPct val="90000"/>
              </a:lnSpc>
              <a:spcBef>
                <a:spcPts val="2000"/>
              </a:spcBef>
              <a:spcAft>
                <a:spcPts val="0"/>
              </a:spcAft>
              <a:buClr>
                <a:srgbClr val="5D5D5D"/>
              </a:buClr>
              <a:buSzPts val="1800"/>
              <a:buChar char="•"/>
              <a:defRPr/>
            </a:lvl2pPr>
            <a:lvl3pPr indent="-342900" lvl="2" marL="1371600" algn="l">
              <a:lnSpc>
                <a:spcPct val="90000"/>
              </a:lnSpc>
              <a:spcBef>
                <a:spcPts val="1000"/>
              </a:spcBef>
              <a:spcAft>
                <a:spcPts val="0"/>
              </a:spcAft>
              <a:buClr>
                <a:srgbClr val="5D5D5D"/>
              </a:buClr>
              <a:buSzPts val="1800"/>
              <a:buChar char="•"/>
              <a:defRPr/>
            </a:lvl3pPr>
            <a:lvl4pPr indent="-342900" lvl="3" marL="1828800" algn="l">
              <a:lnSpc>
                <a:spcPct val="90000"/>
              </a:lnSpc>
              <a:spcBef>
                <a:spcPts val="1000"/>
              </a:spcBef>
              <a:spcAft>
                <a:spcPts val="0"/>
              </a:spcAft>
              <a:buClr>
                <a:srgbClr val="5D5D5D"/>
              </a:buClr>
              <a:buSzPts val="1800"/>
              <a:buChar char="•"/>
              <a:defRPr/>
            </a:lvl4pPr>
            <a:lvl5pPr indent="-342900" lvl="4" marL="2286000" algn="l">
              <a:lnSpc>
                <a:spcPct val="90000"/>
              </a:lnSpc>
              <a:spcBef>
                <a:spcPts val="1000"/>
              </a:spcBef>
              <a:spcAft>
                <a:spcPts val="0"/>
              </a:spcAft>
              <a:buClr>
                <a:srgbClr val="5D5D5D"/>
              </a:buClr>
              <a:buSzPts val="1800"/>
              <a:buChar char="•"/>
              <a:defRPr/>
            </a:lvl5pPr>
            <a:lvl6pPr indent="-342900" lvl="5" marL="2743200" algn="l">
              <a:lnSpc>
                <a:spcPct val="90000"/>
              </a:lnSpc>
              <a:spcBef>
                <a:spcPts val="1000"/>
              </a:spcBef>
              <a:spcAft>
                <a:spcPts val="0"/>
              </a:spcAft>
              <a:buClr>
                <a:srgbClr val="000000"/>
              </a:buClr>
              <a:buSzPts val="1800"/>
              <a:buChar char="•"/>
              <a:defRPr/>
            </a:lvl6pPr>
            <a:lvl7pPr indent="-342900" lvl="6" marL="3200400" algn="l">
              <a:lnSpc>
                <a:spcPct val="90000"/>
              </a:lnSpc>
              <a:spcBef>
                <a:spcPts val="1000"/>
              </a:spcBef>
              <a:spcAft>
                <a:spcPts val="0"/>
              </a:spcAft>
              <a:buClr>
                <a:srgbClr val="000000"/>
              </a:buClr>
              <a:buSzPts val="1800"/>
              <a:buChar char="•"/>
              <a:defRPr/>
            </a:lvl7pPr>
            <a:lvl8pPr indent="-342900" lvl="7" marL="3657600" algn="l">
              <a:lnSpc>
                <a:spcPct val="90000"/>
              </a:lnSpc>
              <a:spcBef>
                <a:spcPts val="1000"/>
              </a:spcBef>
              <a:spcAft>
                <a:spcPts val="0"/>
              </a:spcAft>
              <a:buClr>
                <a:srgbClr val="000000"/>
              </a:buClr>
              <a:buSzPts val="1800"/>
              <a:buChar char="•"/>
              <a:defRPr/>
            </a:lvl8pPr>
            <a:lvl9pPr indent="-342900" lvl="8" marL="4114800" algn="l">
              <a:lnSpc>
                <a:spcPct val="90000"/>
              </a:lnSpc>
              <a:spcBef>
                <a:spcPts val="1000"/>
              </a:spcBef>
              <a:spcAft>
                <a:spcPts val="0"/>
              </a:spcAft>
              <a:buClr>
                <a:srgbClr val="000000"/>
              </a:buClr>
              <a:buSzPts val="1800"/>
              <a:buChar char="•"/>
              <a:defRPr/>
            </a:lvl9pPr>
          </a:lstStyle>
          <a:p/>
        </p:txBody>
      </p:sp>
      <p:sp>
        <p:nvSpPr>
          <p:cNvPr id="55" name="Google Shape;55;p17"/>
          <p:cNvSpPr txBox="1"/>
          <p:nvPr>
            <p:ph idx="5" type="body"/>
          </p:nvPr>
        </p:nvSpPr>
        <p:spPr>
          <a:xfrm>
            <a:off x="7272098" y="2974975"/>
            <a:ext cx="4289425" cy="2246313"/>
          </a:xfrm>
          <a:prstGeom prst="rect">
            <a:avLst/>
          </a:prstGeom>
          <a:noFill/>
          <a:ln>
            <a:noFill/>
          </a:ln>
        </p:spPr>
        <p:txBody>
          <a:bodyPr anchorCtr="0" anchor="t" bIns="45700" lIns="45700" spcFirstLastPara="1" rIns="45700" wrap="square" tIns="45700">
            <a:normAutofit/>
          </a:bodyPr>
          <a:lstStyle>
            <a:lvl1pPr indent="-228600" lvl="0" marL="457200" algn="l">
              <a:lnSpc>
                <a:spcPct val="100000"/>
              </a:lnSpc>
              <a:spcBef>
                <a:spcPts val="0"/>
              </a:spcBef>
              <a:spcAft>
                <a:spcPts val="0"/>
              </a:spcAft>
              <a:buClr>
                <a:srgbClr val="5D5D5D"/>
              </a:buClr>
              <a:buSzPts val="2000"/>
              <a:buNone/>
              <a:defRPr>
                <a:solidFill>
                  <a:srgbClr val="5D5D5D"/>
                </a:solidFill>
              </a:defRPr>
            </a:lvl1pPr>
            <a:lvl2pPr indent="-342900" lvl="1" marL="914400" algn="l">
              <a:lnSpc>
                <a:spcPct val="90000"/>
              </a:lnSpc>
              <a:spcBef>
                <a:spcPts val="2000"/>
              </a:spcBef>
              <a:spcAft>
                <a:spcPts val="0"/>
              </a:spcAft>
              <a:buClr>
                <a:srgbClr val="5D5D5D"/>
              </a:buClr>
              <a:buSzPts val="1800"/>
              <a:buChar char="•"/>
              <a:defRPr/>
            </a:lvl2pPr>
            <a:lvl3pPr indent="-342900" lvl="2" marL="1371600" algn="l">
              <a:lnSpc>
                <a:spcPct val="90000"/>
              </a:lnSpc>
              <a:spcBef>
                <a:spcPts val="1000"/>
              </a:spcBef>
              <a:spcAft>
                <a:spcPts val="0"/>
              </a:spcAft>
              <a:buClr>
                <a:srgbClr val="5D5D5D"/>
              </a:buClr>
              <a:buSzPts val="1800"/>
              <a:buChar char="•"/>
              <a:defRPr/>
            </a:lvl3pPr>
            <a:lvl4pPr indent="-342900" lvl="3" marL="1828800" algn="l">
              <a:lnSpc>
                <a:spcPct val="90000"/>
              </a:lnSpc>
              <a:spcBef>
                <a:spcPts val="1000"/>
              </a:spcBef>
              <a:spcAft>
                <a:spcPts val="0"/>
              </a:spcAft>
              <a:buClr>
                <a:srgbClr val="5D5D5D"/>
              </a:buClr>
              <a:buSzPts val="1800"/>
              <a:buChar char="•"/>
              <a:defRPr/>
            </a:lvl4pPr>
            <a:lvl5pPr indent="-342900" lvl="4" marL="2286000" algn="l">
              <a:lnSpc>
                <a:spcPct val="90000"/>
              </a:lnSpc>
              <a:spcBef>
                <a:spcPts val="1000"/>
              </a:spcBef>
              <a:spcAft>
                <a:spcPts val="0"/>
              </a:spcAft>
              <a:buClr>
                <a:srgbClr val="5D5D5D"/>
              </a:buClr>
              <a:buSzPts val="1800"/>
              <a:buChar char="•"/>
              <a:defRPr/>
            </a:lvl5pPr>
            <a:lvl6pPr indent="-342900" lvl="5" marL="2743200" algn="l">
              <a:lnSpc>
                <a:spcPct val="90000"/>
              </a:lnSpc>
              <a:spcBef>
                <a:spcPts val="1000"/>
              </a:spcBef>
              <a:spcAft>
                <a:spcPts val="0"/>
              </a:spcAft>
              <a:buClr>
                <a:srgbClr val="000000"/>
              </a:buClr>
              <a:buSzPts val="1800"/>
              <a:buChar char="•"/>
              <a:defRPr/>
            </a:lvl6pPr>
            <a:lvl7pPr indent="-342900" lvl="6" marL="3200400" algn="l">
              <a:lnSpc>
                <a:spcPct val="90000"/>
              </a:lnSpc>
              <a:spcBef>
                <a:spcPts val="1000"/>
              </a:spcBef>
              <a:spcAft>
                <a:spcPts val="0"/>
              </a:spcAft>
              <a:buClr>
                <a:srgbClr val="000000"/>
              </a:buClr>
              <a:buSzPts val="1800"/>
              <a:buChar char="•"/>
              <a:defRPr/>
            </a:lvl7pPr>
            <a:lvl8pPr indent="-342900" lvl="7" marL="3657600" algn="l">
              <a:lnSpc>
                <a:spcPct val="90000"/>
              </a:lnSpc>
              <a:spcBef>
                <a:spcPts val="1000"/>
              </a:spcBef>
              <a:spcAft>
                <a:spcPts val="0"/>
              </a:spcAft>
              <a:buClr>
                <a:srgbClr val="000000"/>
              </a:buClr>
              <a:buSzPts val="1800"/>
              <a:buChar char="•"/>
              <a:defRPr/>
            </a:lvl8pPr>
            <a:lvl9pPr indent="-342900" lvl="8" marL="4114800" algn="l">
              <a:lnSpc>
                <a:spcPct val="90000"/>
              </a:lnSpc>
              <a:spcBef>
                <a:spcPts val="1000"/>
              </a:spcBef>
              <a:spcAft>
                <a:spcPts val="0"/>
              </a:spcAft>
              <a:buClr>
                <a:srgbClr val="000000"/>
              </a:buClr>
              <a:buSzPts val="1800"/>
              <a:buChar char="•"/>
              <a:defRPr/>
            </a:lvl9pPr>
          </a:lstStyle>
          <a:p/>
        </p:txBody>
      </p:sp>
      <p:sp>
        <p:nvSpPr>
          <p:cNvPr id="56" name="Google Shape;56;p17"/>
          <p:cNvSpPr txBox="1"/>
          <p:nvPr>
            <p:ph idx="12" type="sldNum"/>
          </p:nvPr>
        </p:nvSpPr>
        <p:spPr>
          <a:xfrm>
            <a:off x="2347165" y="6318250"/>
            <a:ext cx="350415" cy="338554"/>
          </a:xfrm>
          <a:prstGeom prst="rect">
            <a:avLst/>
          </a:prstGeom>
          <a:noFill/>
          <a:ln>
            <a:noFill/>
          </a:ln>
        </p:spPr>
        <p:txBody>
          <a:bodyPr anchorCtr="0" anchor="ctr" bIns="45700" lIns="45700" spcFirstLastPara="1" rIns="45700" wrap="square" tIns="45700">
            <a:spAutoFit/>
          </a:bodyPr>
          <a:lstStyle>
            <a:lvl1pPr indent="0" lvl="0" marL="0" marR="0" algn="r">
              <a:lnSpc>
                <a:spcPct val="100000"/>
              </a:lnSpc>
              <a:spcBef>
                <a:spcPts val="0"/>
              </a:spcBef>
              <a:spcAft>
                <a:spcPts val="0"/>
              </a:spcAft>
              <a:buClr>
                <a:srgbClr val="828282"/>
              </a:buClr>
              <a:buSzPts val="1600"/>
              <a:buFont typeface="Open Sans"/>
              <a:buNone/>
              <a:defRPr b="0" i="0" sz="1600" u="none" cap="none" strike="noStrike">
                <a:solidFill>
                  <a:srgbClr val="828282"/>
                </a:solidFill>
                <a:latin typeface="Open Sans"/>
                <a:ea typeface="Open Sans"/>
                <a:cs typeface="Open Sans"/>
                <a:sym typeface="Open Sans"/>
              </a:defRPr>
            </a:lvl1pPr>
            <a:lvl2pPr indent="0" lvl="1" marL="0" marR="0" algn="r">
              <a:lnSpc>
                <a:spcPct val="100000"/>
              </a:lnSpc>
              <a:spcBef>
                <a:spcPts val="0"/>
              </a:spcBef>
              <a:spcAft>
                <a:spcPts val="0"/>
              </a:spcAft>
              <a:buClr>
                <a:srgbClr val="828282"/>
              </a:buClr>
              <a:buSzPts val="1600"/>
              <a:buFont typeface="Open Sans"/>
              <a:buNone/>
              <a:defRPr b="0" i="0" sz="1600" u="none" cap="none" strike="noStrike">
                <a:solidFill>
                  <a:srgbClr val="828282"/>
                </a:solidFill>
                <a:latin typeface="Open Sans"/>
                <a:ea typeface="Open Sans"/>
                <a:cs typeface="Open Sans"/>
                <a:sym typeface="Open Sans"/>
              </a:defRPr>
            </a:lvl2pPr>
            <a:lvl3pPr indent="0" lvl="2" marL="0" marR="0" algn="r">
              <a:lnSpc>
                <a:spcPct val="100000"/>
              </a:lnSpc>
              <a:spcBef>
                <a:spcPts val="0"/>
              </a:spcBef>
              <a:spcAft>
                <a:spcPts val="0"/>
              </a:spcAft>
              <a:buClr>
                <a:srgbClr val="828282"/>
              </a:buClr>
              <a:buSzPts val="1600"/>
              <a:buFont typeface="Open Sans"/>
              <a:buNone/>
              <a:defRPr b="0" i="0" sz="1600" u="none" cap="none" strike="noStrike">
                <a:solidFill>
                  <a:srgbClr val="828282"/>
                </a:solidFill>
                <a:latin typeface="Open Sans"/>
                <a:ea typeface="Open Sans"/>
                <a:cs typeface="Open Sans"/>
                <a:sym typeface="Open Sans"/>
              </a:defRPr>
            </a:lvl3pPr>
            <a:lvl4pPr indent="0" lvl="3" marL="0" marR="0" algn="r">
              <a:lnSpc>
                <a:spcPct val="100000"/>
              </a:lnSpc>
              <a:spcBef>
                <a:spcPts val="0"/>
              </a:spcBef>
              <a:spcAft>
                <a:spcPts val="0"/>
              </a:spcAft>
              <a:buClr>
                <a:srgbClr val="828282"/>
              </a:buClr>
              <a:buSzPts val="1600"/>
              <a:buFont typeface="Open Sans"/>
              <a:buNone/>
              <a:defRPr b="0" i="0" sz="1600" u="none" cap="none" strike="noStrike">
                <a:solidFill>
                  <a:srgbClr val="828282"/>
                </a:solidFill>
                <a:latin typeface="Open Sans"/>
                <a:ea typeface="Open Sans"/>
                <a:cs typeface="Open Sans"/>
                <a:sym typeface="Open Sans"/>
              </a:defRPr>
            </a:lvl4pPr>
            <a:lvl5pPr indent="0" lvl="4" marL="0" marR="0" algn="r">
              <a:lnSpc>
                <a:spcPct val="100000"/>
              </a:lnSpc>
              <a:spcBef>
                <a:spcPts val="0"/>
              </a:spcBef>
              <a:spcAft>
                <a:spcPts val="0"/>
              </a:spcAft>
              <a:buClr>
                <a:srgbClr val="828282"/>
              </a:buClr>
              <a:buSzPts val="1600"/>
              <a:buFont typeface="Open Sans"/>
              <a:buNone/>
              <a:defRPr b="0" i="0" sz="1600" u="none" cap="none" strike="noStrike">
                <a:solidFill>
                  <a:srgbClr val="828282"/>
                </a:solidFill>
                <a:latin typeface="Open Sans"/>
                <a:ea typeface="Open Sans"/>
                <a:cs typeface="Open Sans"/>
                <a:sym typeface="Open Sans"/>
              </a:defRPr>
            </a:lvl5pPr>
            <a:lvl6pPr indent="0" lvl="5" marL="0" marR="0" algn="r">
              <a:lnSpc>
                <a:spcPct val="100000"/>
              </a:lnSpc>
              <a:spcBef>
                <a:spcPts val="0"/>
              </a:spcBef>
              <a:spcAft>
                <a:spcPts val="0"/>
              </a:spcAft>
              <a:buClr>
                <a:srgbClr val="828282"/>
              </a:buClr>
              <a:buSzPts val="1600"/>
              <a:buFont typeface="Open Sans"/>
              <a:buNone/>
              <a:defRPr b="0" i="0" sz="1600" u="none" cap="none" strike="noStrike">
                <a:solidFill>
                  <a:srgbClr val="828282"/>
                </a:solidFill>
                <a:latin typeface="Open Sans"/>
                <a:ea typeface="Open Sans"/>
                <a:cs typeface="Open Sans"/>
                <a:sym typeface="Open Sans"/>
              </a:defRPr>
            </a:lvl6pPr>
            <a:lvl7pPr indent="0" lvl="6" marL="0" marR="0" algn="r">
              <a:lnSpc>
                <a:spcPct val="100000"/>
              </a:lnSpc>
              <a:spcBef>
                <a:spcPts val="0"/>
              </a:spcBef>
              <a:spcAft>
                <a:spcPts val="0"/>
              </a:spcAft>
              <a:buClr>
                <a:srgbClr val="828282"/>
              </a:buClr>
              <a:buSzPts val="1600"/>
              <a:buFont typeface="Open Sans"/>
              <a:buNone/>
              <a:defRPr b="0" i="0" sz="1600" u="none" cap="none" strike="noStrike">
                <a:solidFill>
                  <a:srgbClr val="828282"/>
                </a:solidFill>
                <a:latin typeface="Open Sans"/>
                <a:ea typeface="Open Sans"/>
                <a:cs typeface="Open Sans"/>
                <a:sym typeface="Open Sans"/>
              </a:defRPr>
            </a:lvl7pPr>
            <a:lvl8pPr indent="0" lvl="7" marL="0" marR="0" algn="r">
              <a:lnSpc>
                <a:spcPct val="100000"/>
              </a:lnSpc>
              <a:spcBef>
                <a:spcPts val="0"/>
              </a:spcBef>
              <a:spcAft>
                <a:spcPts val="0"/>
              </a:spcAft>
              <a:buClr>
                <a:srgbClr val="828282"/>
              </a:buClr>
              <a:buSzPts val="1600"/>
              <a:buFont typeface="Open Sans"/>
              <a:buNone/>
              <a:defRPr b="0" i="0" sz="1600" u="none" cap="none" strike="noStrike">
                <a:solidFill>
                  <a:srgbClr val="828282"/>
                </a:solidFill>
                <a:latin typeface="Open Sans"/>
                <a:ea typeface="Open Sans"/>
                <a:cs typeface="Open Sans"/>
                <a:sym typeface="Open Sans"/>
              </a:defRPr>
            </a:lvl8pPr>
            <a:lvl9pPr indent="0" lvl="8" marL="0" marR="0" algn="r">
              <a:lnSpc>
                <a:spcPct val="100000"/>
              </a:lnSpc>
              <a:spcBef>
                <a:spcPts val="0"/>
              </a:spcBef>
              <a:spcAft>
                <a:spcPts val="0"/>
              </a:spcAft>
              <a:buClr>
                <a:srgbClr val="828282"/>
              </a:buClr>
              <a:buSzPts val="1600"/>
              <a:buFont typeface="Open Sans"/>
              <a:buNone/>
              <a:defRPr b="0" i="0" sz="1600" u="none" cap="none" strike="noStrike">
                <a:solidFill>
                  <a:srgbClr val="828282"/>
                </a:solidFill>
                <a:latin typeface="Open Sans"/>
                <a:ea typeface="Open Sans"/>
                <a:cs typeface="Open Sans"/>
                <a:sym typeface="Open Sans"/>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Quote">
  <p:cSld name="Quote">
    <p:spTree>
      <p:nvGrpSpPr>
        <p:cNvPr id="57" name="Shape 57"/>
        <p:cNvGrpSpPr/>
        <p:nvPr/>
      </p:nvGrpSpPr>
      <p:grpSpPr>
        <a:xfrm>
          <a:off x="0" y="0"/>
          <a:ext cx="0" cy="0"/>
          <a:chOff x="0" y="0"/>
          <a:chExt cx="0" cy="0"/>
        </a:xfrm>
      </p:grpSpPr>
      <p:pic>
        <p:nvPicPr>
          <p:cNvPr descr="Picture 6" id="58" name="Google Shape;58;p18"/>
          <p:cNvPicPr preferRelativeResize="0"/>
          <p:nvPr/>
        </p:nvPicPr>
        <p:blipFill rotWithShape="1">
          <a:blip r:embed="rId2">
            <a:alphaModFix/>
          </a:blip>
          <a:srcRect b="0" l="0" r="0" t="0"/>
          <a:stretch/>
        </p:blipFill>
        <p:spPr>
          <a:xfrm>
            <a:off x="0" y="0"/>
            <a:ext cx="12192000" cy="6858000"/>
          </a:xfrm>
          <a:prstGeom prst="rect">
            <a:avLst/>
          </a:prstGeom>
          <a:noFill/>
          <a:ln>
            <a:noFill/>
          </a:ln>
        </p:spPr>
      </p:pic>
      <p:sp>
        <p:nvSpPr>
          <p:cNvPr id="59" name="Google Shape;59;p18"/>
          <p:cNvSpPr/>
          <p:nvPr/>
        </p:nvSpPr>
        <p:spPr>
          <a:xfrm>
            <a:off x="1152395" y="0"/>
            <a:ext cx="11039605" cy="6858000"/>
          </a:xfrm>
          <a:prstGeom prst="rect">
            <a:avLst/>
          </a:prstGeom>
          <a:solidFill>
            <a:schemeClr val="lt1"/>
          </a:solidFill>
          <a:ln>
            <a:noFill/>
          </a:ln>
        </p:spPr>
        <p:txBody>
          <a:bodyPr anchorCtr="0" anchor="ctr" bIns="45700" lIns="45700" spcFirstLastPara="1" rIns="45700" wrap="square" tIns="45700">
            <a:spAutoFit/>
          </a:bodyPr>
          <a:lstStyle/>
          <a:p>
            <a:pPr indent="0" lvl="0" marL="0" marR="0" rtl="0" algn="l">
              <a:lnSpc>
                <a:spcPct val="100000"/>
              </a:lnSpc>
              <a:spcBef>
                <a:spcPts val="0"/>
              </a:spcBef>
              <a:spcAft>
                <a:spcPts val="0"/>
              </a:spcAft>
              <a:buClr>
                <a:srgbClr val="000000"/>
              </a:buClr>
              <a:buSzPts val="1800"/>
              <a:buFont typeface="Calibri"/>
              <a:buNone/>
            </a:pPr>
            <a:r>
              <a:t/>
            </a:r>
            <a:endParaRPr b="0" i="0" sz="1800" u="none" cap="none" strike="noStrike">
              <a:solidFill>
                <a:srgbClr val="000000"/>
              </a:solidFill>
              <a:latin typeface="Calibri"/>
              <a:ea typeface="Calibri"/>
              <a:cs typeface="Calibri"/>
              <a:sym typeface="Calibri"/>
            </a:endParaRPr>
          </a:p>
        </p:txBody>
      </p:sp>
      <p:cxnSp>
        <p:nvCxnSpPr>
          <p:cNvPr id="60" name="Google Shape;60;p18"/>
          <p:cNvCxnSpPr/>
          <p:nvPr/>
        </p:nvCxnSpPr>
        <p:spPr>
          <a:xfrm>
            <a:off x="2384121" y="2001772"/>
            <a:ext cx="9177402" cy="0"/>
          </a:xfrm>
          <a:prstGeom prst="straightConnector1">
            <a:avLst/>
          </a:prstGeom>
          <a:noFill/>
          <a:ln cap="flat" cmpd="sng" w="12700">
            <a:solidFill>
              <a:srgbClr val="A5A5A5"/>
            </a:solidFill>
            <a:prstDash val="solid"/>
            <a:miter lim="800000"/>
            <a:headEnd len="sm" w="sm" type="none"/>
            <a:tailEnd len="sm" w="sm" type="none"/>
          </a:ln>
        </p:spPr>
      </p:cxnSp>
      <p:pic>
        <p:nvPicPr>
          <p:cNvPr id="61" name="Google Shape;61;p18"/>
          <p:cNvPicPr preferRelativeResize="0"/>
          <p:nvPr/>
        </p:nvPicPr>
        <p:blipFill rotWithShape="1">
          <a:blip r:embed="rId3">
            <a:alphaModFix/>
          </a:blip>
          <a:srcRect b="0" l="0" r="0" t="0"/>
          <a:stretch/>
        </p:blipFill>
        <p:spPr>
          <a:xfrm>
            <a:off x="8984784" y="6375748"/>
            <a:ext cx="2877363" cy="252955"/>
          </a:xfrm>
          <a:prstGeom prst="rect">
            <a:avLst/>
          </a:prstGeom>
          <a:noFill/>
          <a:ln>
            <a:noFill/>
          </a:ln>
        </p:spPr>
      </p:pic>
      <p:sp>
        <p:nvSpPr>
          <p:cNvPr id="62" name="Google Shape;62;p18"/>
          <p:cNvSpPr/>
          <p:nvPr/>
        </p:nvSpPr>
        <p:spPr>
          <a:xfrm>
            <a:off x="2346544" y="2596953"/>
            <a:ext cx="393056" cy="92333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A5A5A5"/>
              </a:buClr>
              <a:buSzPts val="5400"/>
              <a:buFont typeface="Crimson Text"/>
              <a:buNone/>
            </a:pPr>
            <a:r>
              <a:rPr b="0" i="0" lang="en-US" sz="5400" u="none" cap="none" strike="noStrike">
                <a:solidFill>
                  <a:srgbClr val="A5A5A5"/>
                </a:solidFill>
                <a:latin typeface="Crimson Text"/>
                <a:ea typeface="Crimson Text"/>
                <a:cs typeface="Crimson Text"/>
                <a:sym typeface="Crimson Text"/>
              </a:rPr>
              <a:t>“</a:t>
            </a:r>
            <a:endParaRPr b="0" i="0" sz="5400" u="none" cap="none" strike="noStrike">
              <a:solidFill>
                <a:srgbClr val="A5A5A5"/>
              </a:solidFill>
              <a:latin typeface="Crimson Text"/>
              <a:ea typeface="Crimson Text"/>
              <a:cs typeface="Crimson Text"/>
              <a:sym typeface="Crimson Text"/>
            </a:endParaRPr>
          </a:p>
        </p:txBody>
      </p:sp>
      <p:sp>
        <p:nvSpPr>
          <p:cNvPr id="63" name="Google Shape;63;p18"/>
          <p:cNvSpPr/>
          <p:nvPr>
            <p:ph idx="2" type="pic"/>
          </p:nvPr>
        </p:nvSpPr>
        <p:spPr>
          <a:xfrm rot="429021">
            <a:off x="8715166" y="1582670"/>
            <a:ext cx="2665962" cy="4175125"/>
          </a:xfrm>
          <a:prstGeom prst="rect">
            <a:avLst/>
          </a:prstGeom>
          <a:noFill/>
          <a:ln>
            <a:noFill/>
          </a:ln>
        </p:spPr>
      </p:sp>
      <p:sp>
        <p:nvSpPr>
          <p:cNvPr id="64" name="Google Shape;64;p18"/>
          <p:cNvSpPr txBox="1"/>
          <p:nvPr>
            <p:ph idx="1" type="body"/>
          </p:nvPr>
        </p:nvSpPr>
        <p:spPr>
          <a:xfrm>
            <a:off x="2676100" y="5367415"/>
            <a:ext cx="4413250" cy="369887"/>
          </a:xfrm>
          <a:prstGeom prst="rect">
            <a:avLst/>
          </a:prstGeom>
          <a:noFill/>
          <a:ln>
            <a:noFill/>
          </a:ln>
        </p:spPr>
        <p:txBody>
          <a:bodyPr anchorCtr="0" anchor="ctr" bIns="45700" lIns="45700" spcFirstLastPara="1" rIns="45700" wrap="square" tIns="45700">
            <a:normAutofit/>
          </a:bodyPr>
          <a:lstStyle>
            <a:lvl1pPr indent="-228600" lvl="0" marL="457200" algn="l">
              <a:lnSpc>
                <a:spcPct val="90000"/>
              </a:lnSpc>
              <a:spcBef>
                <a:spcPts val="1000"/>
              </a:spcBef>
              <a:spcAft>
                <a:spcPts val="0"/>
              </a:spcAft>
              <a:buClr>
                <a:srgbClr val="5D5D5D"/>
              </a:buClr>
              <a:buSzPts val="1800"/>
              <a:buNone/>
              <a:defRPr sz="1800" cap="none">
                <a:solidFill>
                  <a:srgbClr val="5D5D5D"/>
                </a:solidFill>
              </a:defRPr>
            </a:lvl1pPr>
            <a:lvl2pPr indent="-342900" lvl="1" marL="914400" algn="l">
              <a:lnSpc>
                <a:spcPct val="90000"/>
              </a:lnSpc>
              <a:spcBef>
                <a:spcPts val="1000"/>
              </a:spcBef>
              <a:spcAft>
                <a:spcPts val="0"/>
              </a:spcAft>
              <a:buClr>
                <a:srgbClr val="5D5D5D"/>
              </a:buClr>
              <a:buSzPts val="1800"/>
              <a:buChar char="•"/>
              <a:defRPr/>
            </a:lvl2pPr>
            <a:lvl3pPr indent="-342900" lvl="2" marL="1371600" algn="l">
              <a:lnSpc>
                <a:spcPct val="90000"/>
              </a:lnSpc>
              <a:spcBef>
                <a:spcPts val="1000"/>
              </a:spcBef>
              <a:spcAft>
                <a:spcPts val="0"/>
              </a:spcAft>
              <a:buClr>
                <a:srgbClr val="5D5D5D"/>
              </a:buClr>
              <a:buSzPts val="1800"/>
              <a:buChar char="•"/>
              <a:defRPr/>
            </a:lvl3pPr>
            <a:lvl4pPr indent="-342900" lvl="3" marL="1828800" algn="l">
              <a:lnSpc>
                <a:spcPct val="90000"/>
              </a:lnSpc>
              <a:spcBef>
                <a:spcPts val="1000"/>
              </a:spcBef>
              <a:spcAft>
                <a:spcPts val="0"/>
              </a:spcAft>
              <a:buClr>
                <a:srgbClr val="5D5D5D"/>
              </a:buClr>
              <a:buSzPts val="1800"/>
              <a:buChar char="•"/>
              <a:defRPr/>
            </a:lvl4pPr>
            <a:lvl5pPr indent="-342900" lvl="4" marL="2286000" algn="l">
              <a:lnSpc>
                <a:spcPct val="90000"/>
              </a:lnSpc>
              <a:spcBef>
                <a:spcPts val="1000"/>
              </a:spcBef>
              <a:spcAft>
                <a:spcPts val="0"/>
              </a:spcAft>
              <a:buClr>
                <a:srgbClr val="5D5D5D"/>
              </a:buClr>
              <a:buSzPts val="1800"/>
              <a:buChar char="•"/>
              <a:defRPr/>
            </a:lvl5pPr>
            <a:lvl6pPr indent="-342900" lvl="5" marL="2743200" algn="l">
              <a:lnSpc>
                <a:spcPct val="90000"/>
              </a:lnSpc>
              <a:spcBef>
                <a:spcPts val="1000"/>
              </a:spcBef>
              <a:spcAft>
                <a:spcPts val="0"/>
              </a:spcAft>
              <a:buClr>
                <a:srgbClr val="000000"/>
              </a:buClr>
              <a:buSzPts val="1800"/>
              <a:buChar char="•"/>
              <a:defRPr/>
            </a:lvl6pPr>
            <a:lvl7pPr indent="-342900" lvl="6" marL="3200400" algn="l">
              <a:lnSpc>
                <a:spcPct val="90000"/>
              </a:lnSpc>
              <a:spcBef>
                <a:spcPts val="1000"/>
              </a:spcBef>
              <a:spcAft>
                <a:spcPts val="0"/>
              </a:spcAft>
              <a:buClr>
                <a:srgbClr val="000000"/>
              </a:buClr>
              <a:buSzPts val="1800"/>
              <a:buChar char="•"/>
              <a:defRPr/>
            </a:lvl7pPr>
            <a:lvl8pPr indent="-342900" lvl="7" marL="3657600" algn="l">
              <a:lnSpc>
                <a:spcPct val="90000"/>
              </a:lnSpc>
              <a:spcBef>
                <a:spcPts val="1000"/>
              </a:spcBef>
              <a:spcAft>
                <a:spcPts val="0"/>
              </a:spcAft>
              <a:buClr>
                <a:srgbClr val="000000"/>
              </a:buClr>
              <a:buSzPts val="1800"/>
              <a:buChar char="•"/>
              <a:defRPr/>
            </a:lvl8pPr>
            <a:lvl9pPr indent="-342900" lvl="8" marL="4114800" algn="l">
              <a:lnSpc>
                <a:spcPct val="90000"/>
              </a:lnSpc>
              <a:spcBef>
                <a:spcPts val="1000"/>
              </a:spcBef>
              <a:spcAft>
                <a:spcPts val="0"/>
              </a:spcAft>
              <a:buClr>
                <a:srgbClr val="000000"/>
              </a:buClr>
              <a:buSzPts val="1800"/>
              <a:buChar char="•"/>
              <a:defRPr/>
            </a:lvl9pPr>
          </a:lstStyle>
          <a:p/>
        </p:txBody>
      </p:sp>
      <p:sp>
        <p:nvSpPr>
          <p:cNvPr id="65" name="Google Shape;65;p18"/>
          <p:cNvSpPr txBox="1"/>
          <p:nvPr>
            <p:ph idx="3" type="body"/>
          </p:nvPr>
        </p:nvSpPr>
        <p:spPr>
          <a:xfrm>
            <a:off x="2676525" y="2779713"/>
            <a:ext cx="5286375" cy="2216150"/>
          </a:xfrm>
          <a:prstGeom prst="rect">
            <a:avLst/>
          </a:prstGeom>
          <a:noFill/>
          <a:ln>
            <a:noFill/>
          </a:ln>
        </p:spPr>
        <p:txBody>
          <a:bodyPr anchorCtr="0" anchor="t" bIns="45700" lIns="45700" spcFirstLastPara="1" rIns="45700" wrap="square" tIns="45700">
            <a:noAutofit/>
          </a:bodyPr>
          <a:lstStyle>
            <a:lvl1pPr indent="-228600" lvl="0" marL="457200" algn="l">
              <a:lnSpc>
                <a:spcPct val="90000"/>
              </a:lnSpc>
              <a:spcBef>
                <a:spcPts val="1000"/>
              </a:spcBef>
              <a:spcAft>
                <a:spcPts val="0"/>
              </a:spcAft>
              <a:buClr>
                <a:srgbClr val="5D5D5D"/>
              </a:buClr>
              <a:buSzPts val="2400"/>
              <a:buNone/>
              <a:defRPr sz="2400">
                <a:solidFill>
                  <a:srgbClr val="5D5D5D"/>
                </a:solidFill>
              </a:defRPr>
            </a:lvl1pPr>
            <a:lvl2pPr indent="-381000" lvl="1" marL="914400" algn="l">
              <a:lnSpc>
                <a:spcPct val="90000"/>
              </a:lnSpc>
              <a:spcBef>
                <a:spcPts val="1000"/>
              </a:spcBef>
              <a:spcAft>
                <a:spcPts val="0"/>
              </a:spcAft>
              <a:buClr>
                <a:srgbClr val="828282"/>
              </a:buClr>
              <a:buSzPts val="2400"/>
              <a:buChar char="•"/>
              <a:defRPr sz="2400">
                <a:solidFill>
                  <a:srgbClr val="828282"/>
                </a:solidFill>
              </a:defRPr>
            </a:lvl2pPr>
            <a:lvl3pPr indent="-381000" lvl="2" marL="1371600" algn="l">
              <a:lnSpc>
                <a:spcPct val="90000"/>
              </a:lnSpc>
              <a:spcBef>
                <a:spcPts val="1000"/>
              </a:spcBef>
              <a:spcAft>
                <a:spcPts val="0"/>
              </a:spcAft>
              <a:buClr>
                <a:srgbClr val="828282"/>
              </a:buClr>
              <a:buSzPts val="2400"/>
              <a:buChar char="•"/>
              <a:defRPr sz="2400">
                <a:solidFill>
                  <a:srgbClr val="828282"/>
                </a:solidFill>
              </a:defRPr>
            </a:lvl3pPr>
            <a:lvl4pPr indent="-381000" lvl="3" marL="1828800" algn="l">
              <a:lnSpc>
                <a:spcPct val="90000"/>
              </a:lnSpc>
              <a:spcBef>
                <a:spcPts val="1000"/>
              </a:spcBef>
              <a:spcAft>
                <a:spcPts val="0"/>
              </a:spcAft>
              <a:buClr>
                <a:srgbClr val="828282"/>
              </a:buClr>
              <a:buSzPts val="2400"/>
              <a:buChar char="•"/>
              <a:defRPr sz="2400">
                <a:solidFill>
                  <a:srgbClr val="828282"/>
                </a:solidFill>
              </a:defRPr>
            </a:lvl4pPr>
            <a:lvl5pPr indent="-381000" lvl="4" marL="2286000" algn="l">
              <a:lnSpc>
                <a:spcPct val="90000"/>
              </a:lnSpc>
              <a:spcBef>
                <a:spcPts val="1000"/>
              </a:spcBef>
              <a:spcAft>
                <a:spcPts val="0"/>
              </a:spcAft>
              <a:buClr>
                <a:srgbClr val="828282"/>
              </a:buClr>
              <a:buSzPts val="2400"/>
              <a:buChar char="•"/>
              <a:defRPr sz="2400">
                <a:solidFill>
                  <a:srgbClr val="828282"/>
                </a:solidFill>
              </a:defRPr>
            </a:lvl5pPr>
            <a:lvl6pPr indent="-342900" lvl="5" marL="2743200" algn="l">
              <a:lnSpc>
                <a:spcPct val="90000"/>
              </a:lnSpc>
              <a:spcBef>
                <a:spcPts val="1000"/>
              </a:spcBef>
              <a:spcAft>
                <a:spcPts val="0"/>
              </a:spcAft>
              <a:buClr>
                <a:srgbClr val="000000"/>
              </a:buClr>
              <a:buSzPts val="1800"/>
              <a:buChar char="•"/>
              <a:defRPr/>
            </a:lvl6pPr>
            <a:lvl7pPr indent="-342900" lvl="6" marL="3200400" algn="l">
              <a:lnSpc>
                <a:spcPct val="90000"/>
              </a:lnSpc>
              <a:spcBef>
                <a:spcPts val="1000"/>
              </a:spcBef>
              <a:spcAft>
                <a:spcPts val="0"/>
              </a:spcAft>
              <a:buClr>
                <a:srgbClr val="000000"/>
              </a:buClr>
              <a:buSzPts val="1800"/>
              <a:buChar char="•"/>
              <a:defRPr/>
            </a:lvl7pPr>
            <a:lvl8pPr indent="-342900" lvl="7" marL="3657600" algn="l">
              <a:lnSpc>
                <a:spcPct val="90000"/>
              </a:lnSpc>
              <a:spcBef>
                <a:spcPts val="1000"/>
              </a:spcBef>
              <a:spcAft>
                <a:spcPts val="0"/>
              </a:spcAft>
              <a:buClr>
                <a:srgbClr val="000000"/>
              </a:buClr>
              <a:buSzPts val="1800"/>
              <a:buChar char="•"/>
              <a:defRPr/>
            </a:lvl8pPr>
            <a:lvl9pPr indent="-342900" lvl="8" marL="4114800" algn="l">
              <a:lnSpc>
                <a:spcPct val="90000"/>
              </a:lnSpc>
              <a:spcBef>
                <a:spcPts val="1000"/>
              </a:spcBef>
              <a:spcAft>
                <a:spcPts val="0"/>
              </a:spcAft>
              <a:buClr>
                <a:srgbClr val="000000"/>
              </a:buClr>
              <a:buSzPts val="1800"/>
              <a:buChar char="•"/>
              <a:defRPr/>
            </a:lvl9pPr>
          </a:lstStyle>
          <a:p/>
        </p:txBody>
      </p:sp>
      <p:sp>
        <p:nvSpPr>
          <p:cNvPr id="66" name="Google Shape;66;p18"/>
          <p:cNvSpPr txBox="1"/>
          <p:nvPr>
            <p:ph idx="4" type="body"/>
          </p:nvPr>
        </p:nvSpPr>
        <p:spPr>
          <a:xfrm>
            <a:off x="2384425" y="1157288"/>
            <a:ext cx="5883275" cy="646112"/>
          </a:xfrm>
          <a:prstGeom prst="rect">
            <a:avLst/>
          </a:prstGeom>
          <a:noFill/>
          <a:ln>
            <a:noFill/>
          </a:ln>
        </p:spPr>
        <p:txBody>
          <a:bodyPr anchorCtr="0" anchor="ctr" bIns="45700" lIns="45700" spcFirstLastPara="1" rIns="45700" wrap="square" tIns="45700">
            <a:normAutofit/>
          </a:bodyPr>
          <a:lstStyle>
            <a:lvl1pPr indent="-228600" lvl="0" marL="457200" algn="l">
              <a:lnSpc>
                <a:spcPct val="90000"/>
              </a:lnSpc>
              <a:spcBef>
                <a:spcPts val="1000"/>
              </a:spcBef>
              <a:spcAft>
                <a:spcPts val="0"/>
              </a:spcAft>
              <a:buClr>
                <a:srgbClr val="5D5D5D"/>
              </a:buClr>
              <a:buSzPts val="3600"/>
              <a:buNone/>
              <a:defRPr sz="3600">
                <a:solidFill>
                  <a:srgbClr val="5D5D5D"/>
                </a:solidFill>
              </a:defRPr>
            </a:lvl1pPr>
            <a:lvl2pPr indent="-342900" lvl="1" marL="914400" algn="l">
              <a:lnSpc>
                <a:spcPct val="90000"/>
              </a:lnSpc>
              <a:spcBef>
                <a:spcPts val="1000"/>
              </a:spcBef>
              <a:spcAft>
                <a:spcPts val="0"/>
              </a:spcAft>
              <a:buClr>
                <a:srgbClr val="5D5D5D"/>
              </a:buClr>
              <a:buSzPts val="1800"/>
              <a:buChar char="•"/>
              <a:defRPr/>
            </a:lvl2pPr>
            <a:lvl3pPr indent="-342900" lvl="2" marL="1371600" algn="l">
              <a:lnSpc>
                <a:spcPct val="90000"/>
              </a:lnSpc>
              <a:spcBef>
                <a:spcPts val="1000"/>
              </a:spcBef>
              <a:spcAft>
                <a:spcPts val="0"/>
              </a:spcAft>
              <a:buClr>
                <a:srgbClr val="5D5D5D"/>
              </a:buClr>
              <a:buSzPts val="1800"/>
              <a:buChar char="•"/>
              <a:defRPr/>
            </a:lvl3pPr>
            <a:lvl4pPr indent="-342900" lvl="3" marL="1828800" algn="l">
              <a:lnSpc>
                <a:spcPct val="90000"/>
              </a:lnSpc>
              <a:spcBef>
                <a:spcPts val="1000"/>
              </a:spcBef>
              <a:spcAft>
                <a:spcPts val="0"/>
              </a:spcAft>
              <a:buClr>
                <a:srgbClr val="5D5D5D"/>
              </a:buClr>
              <a:buSzPts val="1800"/>
              <a:buChar char="•"/>
              <a:defRPr/>
            </a:lvl4pPr>
            <a:lvl5pPr indent="-342900" lvl="4" marL="2286000" algn="l">
              <a:lnSpc>
                <a:spcPct val="90000"/>
              </a:lnSpc>
              <a:spcBef>
                <a:spcPts val="1000"/>
              </a:spcBef>
              <a:spcAft>
                <a:spcPts val="0"/>
              </a:spcAft>
              <a:buClr>
                <a:srgbClr val="5D5D5D"/>
              </a:buClr>
              <a:buSzPts val="1800"/>
              <a:buChar char="•"/>
              <a:defRPr/>
            </a:lvl5pPr>
            <a:lvl6pPr indent="-342900" lvl="5" marL="2743200" algn="l">
              <a:lnSpc>
                <a:spcPct val="90000"/>
              </a:lnSpc>
              <a:spcBef>
                <a:spcPts val="1000"/>
              </a:spcBef>
              <a:spcAft>
                <a:spcPts val="0"/>
              </a:spcAft>
              <a:buClr>
                <a:srgbClr val="000000"/>
              </a:buClr>
              <a:buSzPts val="1800"/>
              <a:buChar char="•"/>
              <a:defRPr/>
            </a:lvl6pPr>
            <a:lvl7pPr indent="-342900" lvl="6" marL="3200400" algn="l">
              <a:lnSpc>
                <a:spcPct val="90000"/>
              </a:lnSpc>
              <a:spcBef>
                <a:spcPts val="1000"/>
              </a:spcBef>
              <a:spcAft>
                <a:spcPts val="0"/>
              </a:spcAft>
              <a:buClr>
                <a:srgbClr val="000000"/>
              </a:buClr>
              <a:buSzPts val="1800"/>
              <a:buChar char="•"/>
              <a:defRPr/>
            </a:lvl7pPr>
            <a:lvl8pPr indent="-342900" lvl="7" marL="3657600" algn="l">
              <a:lnSpc>
                <a:spcPct val="90000"/>
              </a:lnSpc>
              <a:spcBef>
                <a:spcPts val="1000"/>
              </a:spcBef>
              <a:spcAft>
                <a:spcPts val="0"/>
              </a:spcAft>
              <a:buClr>
                <a:srgbClr val="000000"/>
              </a:buClr>
              <a:buSzPts val="1800"/>
              <a:buChar char="•"/>
              <a:defRPr/>
            </a:lvl8pPr>
            <a:lvl9pPr indent="-342900" lvl="8" marL="4114800" algn="l">
              <a:lnSpc>
                <a:spcPct val="90000"/>
              </a:lnSpc>
              <a:spcBef>
                <a:spcPts val="1000"/>
              </a:spcBef>
              <a:spcAft>
                <a:spcPts val="0"/>
              </a:spcAft>
              <a:buClr>
                <a:srgbClr val="000000"/>
              </a:buClr>
              <a:buSzPts val="1800"/>
              <a:buChar char="•"/>
              <a:defRPr/>
            </a:lvl9pPr>
          </a:lstStyle>
          <a:p/>
        </p:txBody>
      </p:sp>
      <p:sp>
        <p:nvSpPr>
          <p:cNvPr id="67" name="Google Shape;67;p18"/>
          <p:cNvSpPr txBox="1"/>
          <p:nvPr>
            <p:ph idx="12" type="sldNum"/>
          </p:nvPr>
        </p:nvSpPr>
        <p:spPr>
          <a:xfrm>
            <a:off x="2325685" y="6332948"/>
            <a:ext cx="350415" cy="338554"/>
          </a:xfrm>
          <a:prstGeom prst="rect">
            <a:avLst/>
          </a:prstGeom>
          <a:noFill/>
          <a:ln>
            <a:noFill/>
          </a:ln>
        </p:spPr>
        <p:txBody>
          <a:bodyPr anchorCtr="0" anchor="ctr" bIns="45700" lIns="45700" spcFirstLastPara="1" rIns="45700" wrap="square" tIns="45700">
            <a:spAutoFit/>
          </a:bodyPr>
          <a:lstStyle>
            <a:lvl1pPr indent="0" lvl="0" marL="0" marR="0" algn="r">
              <a:lnSpc>
                <a:spcPct val="100000"/>
              </a:lnSpc>
              <a:spcBef>
                <a:spcPts val="0"/>
              </a:spcBef>
              <a:spcAft>
                <a:spcPts val="0"/>
              </a:spcAft>
              <a:buClr>
                <a:srgbClr val="828282"/>
              </a:buClr>
              <a:buSzPts val="1600"/>
              <a:buFont typeface="Open Sans"/>
              <a:buNone/>
              <a:defRPr b="0" i="0" sz="1600" u="none" cap="none" strike="noStrike">
                <a:solidFill>
                  <a:srgbClr val="828282"/>
                </a:solidFill>
                <a:latin typeface="Open Sans"/>
                <a:ea typeface="Open Sans"/>
                <a:cs typeface="Open Sans"/>
                <a:sym typeface="Open Sans"/>
              </a:defRPr>
            </a:lvl1pPr>
            <a:lvl2pPr indent="0" lvl="1" marL="0" marR="0" algn="r">
              <a:lnSpc>
                <a:spcPct val="100000"/>
              </a:lnSpc>
              <a:spcBef>
                <a:spcPts val="0"/>
              </a:spcBef>
              <a:spcAft>
                <a:spcPts val="0"/>
              </a:spcAft>
              <a:buClr>
                <a:srgbClr val="828282"/>
              </a:buClr>
              <a:buSzPts val="1600"/>
              <a:buFont typeface="Open Sans"/>
              <a:buNone/>
              <a:defRPr b="0" i="0" sz="1600" u="none" cap="none" strike="noStrike">
                <a:solidFill>
                  <a:srgbClr val="828282"/>
                </a:solidFill>
                <a:latin typeface="Open Sans"/>
                <a:ea typeface="Open Sans"/>
                <a:cs typeface="Open Sans"/>
                <a:sym typeface="Open Sans"/>
              </a:defRPr>
            </a:lvl2pPr>
            <a:lvl3pPr indent="0" lvl="2" marL="0" marR="0" algn="r">
              <a:lnSpc>
                <a:spcPct val="100000"/>
              </a:lnSpc>
              <a:spcBef>
                <a:spcPts val="0"/>
              </a:spcBef>
              <a:spcAft>
                <a:spcPts val="0"/>
              </a:spcAft>
              <a:buClr>
                <a:srgbClr val="828282"/>
              </a:buClr>
              <a:buSzPts val="1600"/>
              <a:buFont typeface="Open Sans"/>
              <a:buNone/>
              <a:defRPr b="0" i="0" sz="1600" u="none" cap="none" strike="noStrike">
                <a:solidFill>
                  <a:srgbClr val="828282"/>
                </a:solidFill>
                <a:latin typeface="Open Sans"/>
                <a:ea typeface="Open Sans"/>
                <a:cs typeface="Open Sans"/>
                <a:sym typeface="Open Sans"/>
              </a:defRPr>
            </a:lvl3pPr>
            <a:lvl4pPr indent="0" lvl="3" marL="0" marR="0" algn="r">
              <a:lnSpc>
                <a:spcPct val="100000"/>
              </a:lnSpc>
              <a:spcBef>
                <a:spcPts val="0"/>
              </a:spcBef>
              <a:spcAft>
                <a:spcPts val="0"/>
              </a:spcAft>
              <a:buClr>
                <a:srgbClr val="828282"/>
              </a:buClr>
              <a:buSzPts val="1600"/>
              <a:buFont typeface="Open Sans"/>
              <a:buNone/>
              <a:defRPr b="0" i="0" sz="1600" u="none" cap="none" strike="noStrike">
                <a:solidFill>
                  <a:srgbClr val="828282"/>
                </a:solidFill>
                <a:latin typeface="Open Sans"/>
                <a:ea typeface="Open Sans"/>
                <a:cs typeface="Open Sans"/>
                <a:sym typeface="Open Sans"/>
              </a:defRPr>
            </a:lvl4pPr>
            <a:lvl5pPr indent="0" lvl="4" marL="0" marR="0" algn="r">
              <a:lnSpc>
                <a:spcPct val="100000"/>
              </a:lnSpc>
              <a:spcBef>
                <a:spcPts val="0"/>
              </a:spcBef>
              <a:spcAft>
                <a:spcPts val="0"/>
              </a:spcAft>
              <a:buClr>
                <a:srgbClr val="828282"/>
              </a:buClr>
              <a:buSzPts val="1600"/>
              <a:buFont typeface="Open Sans"/>
              <a:buNone/>
              <a:defRPr b="0" i="0" sz="1600" u="none" cap="none" strike="noStrike">
                <a:solidFill>
                  <a:srgbClr val="828282"/>
                </a:solidFill>
                <a:latin typeface="Open Sans"/>
                <a:ea typeface="Open Sans"/>
                <a:cs typeface="Open Sans"/>
                <a:sym typeface="Open Sans"/>
              </a:defRPr>
            </a:lvl5pPr>
            <a:lvl6pPr indent="0" lvl="5" marL="0" marR="0" algn="r">
              <a:lnSpc>
                <a:spcPct val="100000"/>
              </a:lnSpc>
              <a:spcBef>
                <a:spcPts val="0"/>
              </a:spcBef>
              <a:spcAft>
                <a:spcPts val="0"/>
              </a:spcAft>
              <a:buClr>
                <a:srgbClr val="828282"/>
              </a:buClr>
              <a:buSzPts val="1600"/>
              <a:buFont typeface="Open Sans"/>
              <a:buNone/>
              <a:defRPr b="0" i="0" sz="1600" u="none" cap="none" strike="noStrike">
                <a:solidFill>
                  <a:srgbClr val="828282"/>
                </a:solidFill>
                <a:latin typeface="Open Sans"/>
                <a:ea typeface="Open Sans"/>
                <a:cs typeface="Open Sans"/>
                <a:sym typeface="Open Sans"/>
              </a:defRPr>
            </a:lvl6pPr>
            <a:lvl7pPr indent="0" lvl="6" marL="0" marR="0" algn="r">
              <a:lnSpc>
                <a:spcPct val="100000"/>
              </a:lnSpc>
              <a:spcBef>
                <a:spcPts val="0"/>
              </a:spcBef>
              <a:spcAft>
                <a:spcPts val="0"/>
              </a:spcAft>
              <a:buClr>
                <a:srgbClr val="828282"/>
              </a:buClr>
              <a:buSzPts val="1600"/>
              <a:buFont typeface="Open Sans"/>
              <a:buNone/>
              <a:defRPr b="0" i="0" sz="1600" u="none" cap="none" strike="noStrike">
                <a:solidFill>
                  <a:srgbClr val="828282"/>
                </a:solidFill>
                <a:latin typeface="Open Sans"/>
                <a:ea typeface="Open Sans"/>
                <a:cs typeface="Open Sans"/>
                <a:sym typeface="Open Sans"/>
              </a:defRPr>
            </a:lvl7pPr>
            <a:lvl8pPr indent="0" lvl="7" marL="0" marR="0" algn="r">
              <a:lnSpc>
                <a:spcPct val="100000"/>
              </a:lnSpc>
              <a:spcBef>
                <a:spcPts val="0"/>
              </a:spcBef>
              <a:spcAft>
                <a:spcPts val="0"/>
              </a:spcAft>
              <a:buClr>
                <a:srgbClr val="828282"/>
              </a:buClr>
              <a:buSzPts val="1600"/>
              <a:buFont typeface="Open Sans"/>
              <a:buNone/>
              <a:defRPr b="0" i="0" sz="1600" u="none" cap="none" strike="noStrike">
                <a:solidFill>
                  <a:srgbClr val="828282"/>
                </a:solidFill>
                <a:latin typeface="Open Sans"/>
                <a:ea typeface="Open Sans"/>
                <a:cs typeface="Open Sans"/>
                <a:sym typeface="Open Sans"/>
              </a:defRPr>
            </a:lvl8pPr>
            <a:lvl9pPr indent="0" lvl="8" marL="0" marR="0" algn="r">
              <a:lnSpc>
                <a:spcPct val="100000"/>
              </a:lnSpc>
              <a:spcBef>
                <a:spcPts val="0"/>
              </a:spcBef>
              <a:spcAft>
                <a:spcPts val="0"/>
              </a:spcAft>
              <a:buClr>
                <a:srgbClr val="828282"/>
              </a:buClr>
              <a:buSzPts val="1600"/>
              <a:buFont typeface="Open Sans"/>
              <a:buNone/>
              <a:defRPr b="0" i="0" sz="1600" u="none" cap="none" strike="noStrike">
                <a:solidFill>
                  <a:srgbClr val="828282"/>
                </a:solidFill>
                <a:latin typeface="Open Sans"/>
                <a:ea typeface="Open Sans"/>
                <a:cs typeface="Open Sans"/>
                <a:sym typeface="Open Sans"/>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ll-Out">
  <p:cSld name="Call-Out">
    <p:spTree>
      <p:nvGrpSpPr>
        <p:cNvPr id="68" name="Shape 68"/>
        <p:cNvGrpSpPr/>
        <p:nvPr/>
      </p:nvGrpSpPr>
      <p:grpSpPr>
        <a:xfrm>
          <a:off x="0" y="0"/>
          <a:ext cx="0" cy="0"/>
          <a:chOff x="0" y="0"/>
          <a:chExt cx="0" cy="0"/>
        </a:xfrm>
      </p:grpSpPr>
      <p:pic>
        <p:nvPicPr>
          <p:cNvPr descr="Picture 6" id="69" name="Google Shape;69;p19"/>
          <p:cNvPicPr preferRelativeResize="0"/>
          <p:nvPr/>
        </p:nvPicPr>
        <p:blipFill rotWithShape="1">
          <a:blip r:embed="rId2">
            <a:alphaModFix/>
          </a:blip>
          <a:srcRect b="0" l="0" r="0" t="0"/>
          <a:stretch/>
        </p:blipFill>
        <p:spPr>
          <a:xfrm>
            <a:off x="0" y="0"/>
            <a:ext cx="12192000" cy="6858000"/>
          </a:xfrm>
          <a:prstGeom prst="rect">
            <a:avLst/>
          </a:prstGeom>
          <a:noFill/>
          <a:ln>
            <a:noFill/>
          </a:ln>
        </p:spPr>
      </p:pic>
      <p:sp>
        <p:nvSpPr>
          <p:cNvPr id="70" name="Google Shape;70;p19"/>
          <p:cNvSpPr/>
          <p:nvPr/>
        </p:nvSpPr>
        <p:spPr>
          <a:xfrm>
            <a:off x="1152395" y="0"/>
            <a:ext cx="11039605" cy="6858000"/>
          </a:xfrm>
          <a:prstGeom prst="rect">
            <a:avLst/>
          </a:prstGeom>
          <a:solidFill>
            <a:schemeClr val="lt1"/>
          </a:solidFill>
          <a:ln>
            <a:noFill/>
          </a:ln>
        </p:spPr>
        <p:txBody>
          <a:bodyPr anchorCtr="0" anchor="ctr" bIns="45700" lIns="45700" spcFirstLastPara="1" rIns="45700" wrap="square" tIns="45700">
            <a:spAutoFit/>
          </a:bodyPr>
          <a:lstStyle/>
          <a:p>
            <a:pPr indent="0" lvl="0" marL="0" marR="0" rtl="0" algn="l">
              <a:lnSpc>
                <a:spcPct val="100000"/>
              </a:lnSpc>
              <a:spcBef>
                <a:spcPts val="0"/>
              </a:spcBef>
              <a:spcAft>
                <a:spcPts val="0"/>
              </a:spcAft>
              <a:buClr>
                <a:srgbClr val="000000"/>
              </a:buClr>
              <a:buSzPts val="1800"/>
              <a:buFont typeface="Calibri"/>
              <a:buNone/>
            </a:pPr>
            <a:r>
              <a:t/>
            </a:r>
            <a:endParaRPr b="0" i="0" sz="1800" u="none" cap="none" strike="noStrike">
              <a:solidFill>
                <a:srgbClr val="000000"/>
              </a:solidFill>
              <a:latin typeface="Calibri"/>
              <a:ea typeface="Calibri"/>
              <a:cs typeface="Calibri"/>
              <a:sym typeface="Calibri"/>
            </a:endParaRPr>
          </a:p>
        </p:txBody>
      </p:sp>
      <p:cxnSp>
        <p:nvCxnSpPr>
          <p:cNvPr id="71" name="Google Shape;71;p19"/>
          <p:cNvCxnSpPr/>
          <p:nvPr/>
        </p:nvCxnSpPr>
        <p:spPr>
          <a:xfrm>
            <a:off x="2384121" y="2001772"/>
            <a:ext cx="9177402" cy="0"/>
          </a:xfrm>
          <a:prstGeom prst="straightConnector1">
            <a:avLst/>
          </a:prstGeom>
          <a:noFill/>
          <a:ln cap="flat" cmpd="sng" w="12700">
            <a:solidFill>
              <a:srgbClr val="A5A5A5"/>
            </a:solidFill>
            <a:prstDash val="solid"/>
            <a:miter lim="800000"/>
            <a:headEnd len="sm" w="sm" type="none"/>
            <a:tailEnd len="sm" w="sm" type="none"/>
          </a:ln>
        </p:spPr>
      </p:cxnSp>
      <p:pic>
        <p:nvPicPr>
          <p:cNvPr id="72" name="Google Shape;72;p19"/>
          <p:cNvPicPr preferRelativeResize="0"/>
          <p:nvPr/>
        </p:nvPicPr>
        <p:blipFill rotWithShape="1">
          <a:blip r:embed="rId3">
            <a:alphaModFix/>
          </a:blip>
          <a:srcRect b="0" l="0" r="0" t="0"/>
          <a:stretch/>
        </p:blipFill>
        <p:spPr>
          <a:xfrm>
            <a:off x="8984784" y="6375748"/>
            <a:ext cx="2877363" cy="252955"/>
          </a:xfrm>
          <a:prstGeom prst="rect">
            <a:avLst/>
          </a:prstGeom>
          <a:noFill/>
          <a:ln>
            <a:noFill/>
          </a:ln>
        </p:spPr>
      </p:pic>
      <p:cxnSp>
        <p:nvCxnSpPr>
          <p:cNvPr id="73" name="Google Shape;73;p19"/>
          <p:cNvCxnSpPr/>
          <p:nvPr/>
        </p:nvCxnSpPr>
        <p:spPr>
          <a:xfrm>
            <a:off x="2382685" y="3389704"/>
            <a:ext cx="9202993" cy="0"/>
          </a:xfrm>
          <a:prstGeom prst="straightConnector1">
            <a:avLst/>
          </a:prstGeom>
          <a:noFill/>
          <a:ln cap="flat" cmpd="sng" w="19050">
            <a:solidFill>
              <a:srgbClr val="7F7F7F">
                <a:alpha val="20000"/>
              </a:srgbClr>
            </a:solidFill>
            <a:prstDash val="solid"/>
            <a:miter lim="8000"/>
            <a:headEnd len="sm" w="sm" type="none"/>
            <a:tailEnd len="sm" w="sm" type="none"/>
          </a:ln>
        </p:spPr>
      </p:cxnSp>
      <p:cxnSp>
        <p:nvCxnSpPr>
          <p:cNvPr id="74" name="Google Shape;74;p19"/>
          <p:cNvCxnSpPr/>
          <p:nvPr/>
        </p:nvCxnSpPr>
        <p:spPr>
          <a:xfrm>
            <a:off x="2382685" y="4675735"/>
            <a:ext cx="9202993" cy="0"/>
          </a:xfrm>
          <a:prstGeom prst="straightConnector1">
            <a:avLst/>
          </a:prstGeom>
          <a:noFill/>
          <a:ln cap="flat" cmpd="sng" w="19050">
            <a:solidFill>
              <a:srgbClr val="7F7F7F">
                <a:alpha val="20000"/>
              </a:srgbClr>
            </a:solidFill>
            <a:prstDash val="solid"/>
            <a:miter lim="8000"/>
            <a:headEnd len="sm" w="sm" type="none"/>
            <a:tailEnd len="sm" w="sm" type="none"/>
          </a:ln>
        </p:spPr>
      </p:cxnSp>
      <p:cxnSp>
        <p:nvCxnSpPr>
          <p:cNvPr id="75" name="Google Shape;75;p19"/>
          <p:cNvCxnSpPr/>
          <p:nvPr/>
        </p:nvCxnSpPr>
        <p:spPr>
          <a:xfrm>
            <a:off x="2382685" y="6017521"/>
            <a:ext cx="9202993" cy="0"/>
          </a:xfrm>
          <a:prstGeom prst="straightConnector1">
            <a:avLst/>
          </a:prstGeom>
          <a:noFill/>
          <a:ln cap="flat" cmpd="sng" w="19050">
            <a:solidFill>
              <a:srgbClr val="7F7F7F">
                <a:alpha val="20000"/>
              </a:srgbClr>
            </a:solidFill>
            <a:prstDash val="solid"/>
            <a:miter lim="8000"/>
            <a:headEnd len="sm" w="sm" type="none"/>
            <a:tailEnd len="sm" w="sm" type="none"/>
          </a:ln>
        </p:spPr>
      </p:cxnSp>
      <p:sp>
        <p:nvSpPr>
          <p:cNvPr id="76" name="Google Shape;76;p19"/>
          <p:cNvSpPr txBox="1"/>
          <p:nvPr>
            <p:ph idx="1" type="body"/>
          </p:nvPr>
        </p:nvSpPr>
        <p:spPr>
          <a:xfrm>
            <a:off x="2384425" y="1157288"/>
            <a:ext cx="5883275" cy="646112"/>
          </a:xfrm>
          <a:prstGeom prst="rect">
            <a:avLst/>
          </a:prstGeom>
          <a:noFill/>
          <a:ln>
            <a:noFill/>
          </a:ln>
        </p:spPr>
        <p:txBody>
          <a:bodyPr anchorCtr="0" anchor="ctr" bIns="45700" lIns="45700" spcFirstLastPara="1" rIns="45700" wrap="square" tIns="45700">
            <a:normAutofit/>
          </a:bodyPr>
          <a:lstStyle>
            <a:lvl1pPr indent="-228600" lvl="0" marL="457200" algn="l">
              <a:lnSpc>
                <a:spcPct val="90000"/>
              </a:lnSpc>
              <a:spcBef>
                <a:spcPts val="1000"/>
              </a:spcBef>
              <a:spcAft>
                <a:spcPts val="0"/>
              </a:spcAft>
              <a:buClr>
                <a:srgbClr val="5D5D5D"/>
              </a:buClr>
              <a:buSzPts val="3600"/>
              <a:buNone/>
              <a:defRPr sz="3600">
                <a:solidFill>
                  <a:srgbClr val="5D5D5D"/>
                </a:solidFill>
              </a:defRPr>
            </a:lvl1pPr>
            <a:lvl2pPr indent="-342900" lvl="1" marL="914400" algn="l">
              <a:lnSpc>
                <a:spcPct val="90000"/>
              </a:lnSpc>
              <a:spcBef>
                <a:spcPts val="1000"/>
              </a:spcBef>
              <a:spcAft>
                <a:spcPts val="0"/>
              </a:spcAft>
              <a:buClr>
                <a:srgbClr val="5D5D5D"/>
              </a:buClr>
              <a:buSzPts val="1800"/>
              <a:buChar char="•"/>
              <a:defRPr/>
            </a:lvl2pPr>
            <a:lvl3pPr indent="-342900" lvl="2" marL="1371600" algn="l">
              <a:lnSpc>
                <a:spcPct val="90000"/>
              </a:lnSpc>
              <a:spcBef>
                <a:spcPts val="1000"/>
              </a:spcBef>
              <a:spcAft>
                <a:spcPts val="0"/>
              </a:spcAft>
              <a:buClr>
                <a:srgbClr val="5D5D5D"/>
              </a:buClr>
              <a:buSzPts val="1800"/>
              <a:buChar char="•"/>
              <a:defRPr/>
            </a:lvl3pPr>
            <a:lvl4pPr indent="-342900" lvl="3" marL="1828800" algn="l">
              <a:lnSpc>
                <a:spcPct val="90000"/>
              </a:lnSpc>
              <a:spcBef>
                <a:spcPts val="1000"/>
              </a:spcBef>
              <a:spcAft>
                <a:spcPts val="0"/>
              </a:spcAft>
              <a:buClr>
                <a:srgbClr val="5D5D5D"/>
              </a:buClr>
              <a:buSzPts val="1800"/>
              <a:buChar char="•"/>
              <a:defRPr/>
            </a:lvl4pPr>
            <a:lvl5pPr indent="-342900" lvl="4" marL="2286000" algn="l">
              <a:lnSpc>
                <a:spcPct val="90000"/>
              </a:lnSpc>
              <a:spcBef>
                <a:spcPts val="1000"/>
              </a:spcBef>
              <a:spcAft>
                <a:spcPts val="0"/>
              </a:spcAft>
              <a:buClr>
                <a:srgbClr val="5D5D5D"/>
              </a:buClr>
              <a:buSzPts val="1800"/>
              <a:buChar char="•"/>
              <a:defRPr/>
            </a:lvl5pPr>
            <a:lvl6pPr indent="-342900" lvl="5" marL="2743200" algn="l">
              <a:lnSpc>
                <a:spcPct val="90000"/>
              </a:lnSpc>
              <a:spcBef>
                <a:spcPts val="1000"/>
              </a:spcBef>
              <a:spcAft>
                <a:spcPts val="0"/>
              </a:spcAft>
              <a:buClr>
                <a:srgbClr val="000000"/>
              </a:buClr>
              <a:buSzPts val="1800"/>
              <a:buChar char="•"/>
              <a:defRPr/>
            </a:lvl6pPr>
            <a:lvl7pPr indent="-342900" lvl="6" marL="3200400" algn="l">
              <a:lnSpc>
                <a:spcPct val="90000"/>
              </a:lnSpc>
              <a:spcBef>
                <a:spcPts val="1000"/>
              </a:spcBef>
              <a:spcAft>
                <a:spcPts val="0"/>
              </a:spcAft>
              <a:buClr>
                <a:srgbClr val="000000"/>
              </a:buClr>
              <a:buSzPts val="1800"/>
              <a:buChar char="•"/>
              <a:defRPr/>
            </a:lvl7pPr>
            <a:lvl8pPr indent="-342900" lvl="7" marL="3657600" algn="l">
              <a:lnSpc>
                <a:spcPct val="90000"/>
              </a:lnSpc>
              <a:spcBef>
                <a:spcPts val="1000"/>
              </a:spcBef>
              <a:spcAft>
                <a:spcPts val="0"/>
              </a:spcAft>
              <a:buClr>
                <a:srgbClr val="000000"/>
              </a:buClr>
              <a:buSzPts val="1800"/>
              <a:buChar char="•"/>
              <a:defRPr/>
            </a:lvl8pPr>
            <a:lvl9pPr indent="-342900" lvl="8" marL="4114800" algn="l">
              <a:lnSpc>
                <a:spcPct val="90000"/>
              </a:lnSpc>
              <a:spcBef>
                <a:spcPts val="1000"/>
              </a:spcBef>
              <a:spcAft>
                <a:spcPts val="0"/>
              </a:spcAft>
              <a:buClr>
                <a:srgbClr val="000000"/>
              </a:buClr>
              <a:buSzPts val="1800"/>
              <a:buChar char="•"/>
              <a:defRPr/>
            </a:lvl9pPr>
          </a:lstStyle>
          <a:p/>
        </p:txBody>
      </p:sp>
      <p:sp>
        <p:nvSpPr>
          <p:cNvPr id="77" name="Google Shape;77;p19"/>
          <p:cNvSpPr txBox="1"/>
          <p:nvPr>
            <p:ph idx="2" type="body"/>
          </p:nvPr>
        </p:nvSpPr>
        <p:spPr>
          <a:xfrm>
            <a:off x="2457450" y="2378670"/>
            <a:ext cx="1503363" cy="923330"/>
          </a:xfrm>
          <a:prstGeom prst="rect">
            <a:avLst/>
          </a:prstGeom>
          <a:noFill/>
          <a:ln>
            <a:noFill/>
          </a:ln>
        </p:spPr>
        <p:txBody>
          <a:bodyPr anchorCtr="0" anchor="b" bIns="45700" lIns="45700" spcFirstLastPara="1" rIns="45700" wrap="square" tIns="45700">
            <a:spAutoFit/>
          </a:bodyPr>
          <a:lstStyle>
            <a:lvl1pPr indent="-228600" lvl="0" marL="457200" algn="r">
              <a:lnSpc>
                <a:spcPct val="100000"/>
              </a:lnSpc>
              <a:spcBef>
                <a:spcPts val="0"/>
              </a:spcBef>
              <a:spcAft>
                <a:spcPts val="0"/>
              </a:spcAft>
              <a:buClr>
                <a:schemeClr val="accent1"/>
              </a:buClr>
              <a:buSzPts val="5400"/>
              <a:buNone/>
              <a:defRPr sz="5400">
                <a:solidFill>
                  <a:schemeClr val="accent1"/>
                </a:solidFill>
              </a:defRPr>
            </a:lvl1pPr>
            <a:lvl2pPr indent="-342900" lvl="1" marL="914400" algn="l">
              <a:lnSpc>
                <a:spcPct val="90000"/>
              </a:lnSpc>
              <a:spcBef>
                <a:spcPts val="1000"/>
              </a:spcBef>
              <a:spcAft>
                <a:spcPts val="0"/>
              </a:spcAft>
              <a:buClr>
                <a:srgbClr val="5D5D5D"/>
              </a:buClr>
              <a:buSzPts val="1800"/>
              <a:buChar char="•"/>
              <a:defRPr/>
            </a:lvl2pPr>
            <a:lvl3pPr indent="-342900" lvl="2" marL="1371600" algn="l">
              <a:lnSpc>
                <a:spcPct val="90000"/>
              </a:lnSpc>
              <a:spcBef>
                <a:spcPts val="1000"/>
              </a:spcBef>
              <a:spcAft>
                <a:spcPts val="0"/>
              </a:spcAft>
              <a:buClr>
                <a:srgbClr val="5D5D5D"/>
              </a:buClr>
              <a:buSzPts val="1800"/>
              <a:buChar char="•"/>
              <a:defRPr/>
            </a:lvl3pPr>
            <a:lvl4pPr indent="-342900" lvl="3" marL="1828800" algn="l">
              <a:lnSpc>
                <a:spcPct val="90000"/>
              </a:lnSpc>
              <a:spcBef>
                <a:spcPts val="1000"/>
              </a:spcBef>
              <a:spcAft>
                <a:spcPts val="0"/>
              </a:spcAft>
              <a:buClr>
                <a:srgbClr val="5D5D5D"/>
              </a:buClr>
              <a:buSzPts val="1800"/>
              <a:buChar char="•"/>
              <a:defRPr/>
            </a:lvl4pPr>
            <a:lvl5pPr indent="-342900" lvl="4" marL="2286000" algn="l">
              <a:lnSpc>
                <a:spcPct val="90000"/>
              </a:lnSpc>
              <a:spcBef>
                <a:spcPts val="1000"/>
              </a:spcBef>
              <a:spcAft>
                <a:spcPts val="0"/>
              </a:spcAft>
              <a:buClr>
                <a:srgbClr val="5D5D5D"/>
              </a:buClr>
              <a:buSzPts val="1800"/>
              <a:buChar char="•"/>
              <a:defRPr/>
            </a:lvl5pPr>
            <a:lvl6pPr indent="-342900" lvl="5" marL="2743200" algn="l">
              <a:lnSpc>
                <a:spcPct val="90000"/>
              </a:lnSpc>
              <a:spcBef>
                <a:spcPts val="1000"/>
              </a:spcBef>
              <a:spcAft>
                <a:spcPts val="0"/>
              </a:spcAft>
              <a:buClr>
                <a:srgbClr val="000000"/>
              </a:buClr>
              <a:buSzPts val="1800"/>
              <a:buChar char="•"/>
              <a:defRPr/>
            </a:lvl6pPr>
            <a:lvl7pPr indent="-342900" lvl="6" marL="3200400" algn="l">
              <a:lnSpc>
                <a:spcPct val="90000"/>
              </a:lnSpc>
              <a:spcBef>
                <a:spcPts val="1000"/>
              </a:spcBef>
              <a:spcAft>
                <a:spcPts val="0"/>
              </a:spcAft>
              <a:buClr>
                <a:srgbClr val="000000"/>
              </a:buClr>
              <a:buSzPts val="1800"/>
              <a:buChar char="•"/>
              <a:defRPr/>
            </a:lvl7pPr>
            <a:lvl8pPr indent="-342900" lvl="7" marL="3657600" algn="l">
              <a:lnSpc>
                <a:spcPct val="90000"/>
              </a:lnSpc>
              <a:spcBef>
                <a:spcPts val="1000"/>
              </a:spcBef>
              <a:spcAft>
                <a:spcPts val="0"/>
              </a:spcAft>
              <a:buClr>
                <a:srgbClr val="000000"/>
              </a:buClr>
              <a:buSzPts val="1800"/>
              <a:buChar char="•"/>
              <a:defRPr/>
            </a:lvl8pPr>
            <a:lvl9pPr indent="-342900" lvl="8" marL="4114800" algn="l">
              <a:lnSpc>
                <a:spcPct val="90000"/>
              </a:lnSpc>
              <a:spcBef>
                <a:spcPts val="1000"/>
              </a:spcBef>
              <a:spcAft>
                <a:spcPts val="0"/>
              </a:spcAft>
              <a:buClr>
                <a:srgbClr val="000000"/>
              </a:buClr>
              <a:buSzPts val="1800"/>
              <a:buChar char="•"/>
              <a:defRPr/>
            </a:lvl9pPr>
          </a:lstStyle>
          <a:p/>
        </p:txBody>
      </p:sp>
      <p:sp>
        <p:nvSpPr>
          <p:cNvPr id="78" name="Google Shape;78;p19"/>
          <p:cNvSpPr txBox="1"/>
          <p:nvPr>
            <p:ph idx="3" type="body"/>
          </p:nvPr>
        </p:nvSpPr>
        <p:spPr>
          <a:xfrm>
            <a:off x="4302125" y="2448025"/>
            <a:ext cx="6832600" cy="554037"/>
          </a:xfrm>
          <a:prstGeom prst="rect">
            <a:avLst/>
          </a:prstGeom>
          <a:noFill/>
          <a:ln>
            <a:noFill/>
          </a:ln>
        </p:spPr>
        <p:txBody>
          <a:bodyPr anchorCtr="0" anchor="t" bIns="45700" lIns="45700" spcFirstLastPara="1" rIns="45700" wrap="square" tIns="45700">
            <a:normAutofit/>
          </a:bodyPr>
          <a:lstStyle>
            <a:lvl1pPr indent="-228600" lvl="0" marL="457200" algn="l">
              <a:lnSpc>
                <a:spcPct val="100000"/>
              </a:lnSpc>
              <a:spcBef>
                <a:spcPts val="0"/>
              </a:spcBef>
              <a:spcAft>
                <a:spcPts val="0"/>
              </a:spcAft>
              <a:buClr>
                <a:srgbClr val="5D5D5D"/>
              </a:buClr>
              <a:buSzPts val="1800"/>
              <a:buNone/>
              <a:defRPr sz="1800">
                <a:solidFill>
                  <a:srgbClr val="5D5D5D"/>
                </a:solidFill>
              </a:defRPr>
            </a:lvl1pPr>
            <a:lvl2pPr indent="-342900" lvl="1" marL="914400" algn="l">
              <a:lnSpc>
                <a:spcPct val="90000"/>
              </a:lnSpc>
              <a:spcBef>
                <a:spcPts val="1000"/>
              </a:spcBef>
              <a:spcAft>
                <a:spcPts val="0"/>
              </a:spcAft>
              <a:buClr>
                <a:srgbClr val="5D5D5D"/>
              </a:buClr>
              <a:buSzPts val="1800"/>
              <a:buChar char="•"/>
              <a:defRPr/>
            </a:lvl2pPr>
            <a:lvl3pPr indent="-342900" lvl="2" marL="1371600" algn="l">
              <a:lnSpc>
                <a:spcPct val="90000"/>
              </a:lnSpc>
              <a:spcBef>
                <a:spcPts val="1000"/>
              </a:spcBef>
              <a:spcAft>
                <a:spcPts val="0"/>
              </a:spcAft>
              <a:buClr>
                <a:srgbClr val="5D5D5D"/>
              </a:buClr>
              <a:buSzPts val="1800"/>
              <a:buChar char="•"/>
              <a:defRPr/>
            </a:lvl3pPr>
            <a:lvl4pPr indent="-342900" lvl="3" marL="1828800" algn="l">
              <a:lnSpc>
                <a:spcPct val="90000"/>
              </a:lnSpc>
              <a:spcBef>
                <a:spcPts val="1000"/>
              </a:spcBef>
              <a:spcAft>
                <a:spcPts val="0"/>
              </a:spcAft>
              <a:buClr>
                <a:srgbClr val="5D5D5D"/>
              </a:buClr>
              <a:buSzPts val="1800"/>
              <a:buChar char="•"/>
              <a:defRPr/>
            </a:lvl4pPr>
            <a:lvl5pPr indent="-342900" lvl="4" marL="2286000" algn="l">
              <a:lnSpc>
                <a:spcPct val="90000"/>
              </a:lnSpc>
              <a:spcBef>
                <a:spcPts val="1000"/>
              </a:spcBef>
              <a:spcAft>
                <a:spcPts val="0"/>
              </a:spcAft>
              <a:buClr>
                <a:srgbClr val="5D5D5D"/>
              </a:buClr>
              <a:buSzPts val="1800"/>
              <a:buChar char="•"/>
              <a:defRPr/>
            </a:lvl5pPr>
            <a:lvl6pPr indent="-342900" lvl="5" marL="2743200" algn="l">
              <a:lnSpc>
                <a:spcPct val="90000"/>
              </a:lnSpc>
              <a:spcBef>
                <a:spcPts val="1000"/>
              </a:spcBef>
              <a:spcAft>
                <a:spcPts val="0"/>
              </a:spcAft>
              <a:buClr>
                <a:srgbClr val="000000"/>
              </a:buClr>
              <a:buSzPts val="1800"/>
              <a:buChar char="•"/>
              <a:defRPr/>
            </a:lvl6pPr>
            <a:lvl7pPr indent="-342900" lvl="6" marL="3200400" algn="l">
              <a:lnSpc>
                <a:spcPct val="90000"/>
              </a:lnSpc>
              <a:spcBef>
                <a:spcPts val="1000"/>
              </a:spcBef>
              <a:spcAft>
                <a:spcPts val="0"/>
              </a:spcAft>
              <a:buClr>
                <a:srgbClr val="000000"/>
              </a:buClr>
              <a:buSzPts val="1800"/>
              <a:buChar char="•"/>
              <a:defRPr/>
            </a:lvl7pPr>
            <a:lvl8pPr indent="-342900" lvl="7" marL="3657600" algn="l">
              <a:lnSpc>
                <a:spcPct val="90000"/>
              </a:lnSpc>
              <a:spcBef>
                <a:spcPts val="1000"/>
              </a:spcBef>
              <a:spcAft>
                <a:spcPts val="0"/>
              </a:spcAft>
              <a:buClr>
                <a:srgbClr val="000000"/>
              </a:buClr>
              <a:buSzPts val="1800"/>
              <a:buChar char="•"/>
              <a:defRPr/>
            </a:lvl8pPr>
            <a:lvl9pPr indent="-342900" lvl="8" marL="4114800" algn="l">
              <a:lnSpc>
                <a:spcPct val="90000"/>
              </a:lnSpc>
              <a:spcBef>
                <a:spcPts val="1000"/>
              </a:spcBef>
              <a:spcAft>
                <a:spcPts val="0"/>
              </a:spcAft>
              <a:buClr>
                <a:srgbClr val="000000"/>
              </a:buClr>
              <a:buSzPts val="1800"/>
              <a:buChar char="•"/>
              <a:defRPr/>
            </a:lvl9pPr>
          </a:lstStyle>
          <a:p/>
        </p:txBody>
      </p:sp>
      <p:sp>
        <p:nvSpPr>
          <p:cNvPr id="79" name="Google Shape;79;p19"/>
          <p:cNvSpPr txBox="1"/>
          <p:nvPr>
            <p:ph idx="4" type="body"/>
          </p:nvPr>
        </p:nvSpPr>
        <p:spPr>
          <a:xfrm>
            <a:off x="2457450" y="3601170"/>
            <a:ext cx="1503363" cy="923330"/>
          </a:xfrm>
          <a:prstGeom prst="rect">
            <a:avLst/>
          </a:prstGeom>
          <a:noFill/>
          <a:ln>
            <a:noFill/>
          </a:ln>
        </p:spPr>
        <p:txBody>
          <a:bodyPr anchorCtr="0" anchor="b" bIns="45700" lIns="45700" spcFirstLastPara="1" rIns="45700" wrap="square" tIns="45700">
            <a:spAutoFit/>
          </a:bodyPr>
          <a:lstStyle>
            <a:lvl1pPr indent="-228600" lvl="0" marL="457200" algn="r">
              <a:lnSpc>
                <a:spcPct val="100000"/>
              </a:lnSpc>
              <a:spcBef>
                <a:spcPts val="0"/>
              </a:spcBef>
              <a:spcAft>
                <a:spcPts val="0"/>
              </a:spcAft>
              <a:buClr>
                <a:schemeClr val="accent1"/>
              </a:buClr>
              <a:buSzPts val="5400"/>
              <a:buNone/>
              <a:defRPr sz="5400">
                <a:solidFill>
                  <a:schemeClr val="accent1"/>
                </a:solidFill>
              </a:defRPr>
            </a:lvl1pPr>
            <a:lvl2pPr indent="-342900" lvl="1" marL="914400" algn="l">
              <a:lnSpc>
                <a:spcPct val="90000"/>
              </a:lnSpc>
              <a:spcBef>
                <a:spcPts val="1000"/>
              </a:spcBef>
              <a:spcAft>
                <a:spcPts val="0"/>
              </a:spcAft>
              <a:buClr>
                <a:srgbClr val="5D5D5D"/>
              </a:buClr>
              <a:buSzPts val="1800"/>
              <a:buChar char="•"/>
              <a:defRPr/>
            </a:lvl2pPr>
            <a:lvl3pPr indent="-342900" lvl="2" marL="1371600" algn="l">
              <a:lnSpc>
                <a:spcPct val="90000"/>
              </a:lnSpc>
              <a:spcBef>
                <a:spcPts val="1000"/>
              </a:spcBef>
              <a:spcAft>
                <a:spcPts val="0"/>
              </a:spcAft>
              <a:buClr>
                <a:srgbClr val="5D5D5D"/>
              </a:buClr>
              <a:buSzPts val="1800"/>
              <a:buChar char="•"/>
              <a:defRPr/>
            </a:lvl3pPr>
            <a:lvl4pPr indent="-342900" lvl="3" marL="1828800" algn="l">
              <a:lnSpc>
                <a:spcPct val="90000"/>
              </a:lnSpc>
              <a:spcBef>
                <a:spcPts val="1000"/>
              </a:spcBef>
              <a:spcAft>
                <a:spcPts val="0"/>
              </a:spcAft>
              <a:buClr>
                <a:srgbClr val="5D5D5D"/>
              </a:buClr>
              <a:buSzPts val="1800"/>
              <a:buChar char="•"/>
              <a:defRPr/>
            </a:lvl4pPr>
            <a:lvl5pPr indent="-342900" lvl="4" marL="2286000" algn="l">
              <a:lnSpc>
                <a:spcPct val="90000"/>
              </a:lnSpc>
              <a:spcBef>
                <a:spcPts val="1000"/>
              </a:spcBef>
              <a:spcAft>
                <a:spcPts val="0"/>
              </a:spcAft>
              <a:buClr>
                <a:srgbClr val="5D5D5D"/>
              </a:buClr>
              <a:buSzPts val="1800"/>
              <a:buChar char="•"/>
              <a:defRPr/>
            </a:lvl5pPr>
            <a:lvl6pPr indent="-342900" lvl="5" marL="2743200" algn="l">
              <a:lnSpc>
                <a:spcPct val="90000"/>
              </a:lnSpc>
              <a:spcBef>
                <a:spcPts val="1000"/>
              </a:spcBef>
              <a:spcAft>
                <a:spcPts val="0"/>
              </a:spcAft>
              <a:buClr>
                <a:srgbClr val="000000"/>
              </a:buClr>
              <a:buSzPts val="1800"/>
              <a:buChar char="•"/>
              <a:defRPr/>
            </a:lvl6pPr>
            <a:lvl7pPr indent="-342900" lvl="6" marL="3200400" algn="l">
              <a:lnSpc>
                <a:spcPct val="90000"/>
              </a:lnSpc>
              <a:spcBef>
                <a:spcPts val="1000"/>
              </a:spcBef>
              <a:spcAft>
                <a:spcPts val="0"/>
              </a:spcAft>
              <a:buClr>
                <a:srgbClr val="000000"/>
              </a:buClr>
              <a:buSzPts val="1800"/>
              <a:buChar char="•"/>
              <a:defRPr/>
            </a:lvl7pPr>
            <a:lvl8pPr indent="-342900" lvl="7" marL="3657600" algn="l">
              <a:lnSpc>
                <a:spcPct val="90000"/>
              </a:lnSpc>
              <a:spcBef>
                <a:spcPts val="1000"/>
              </a:spcBef>
              <a:spcAft>
                <a:spcPts val="0"/>
              </a:spcAft>
              <a:buClr>
                <a:srgbClr val="000000"/>
              </a:buClr>
              <a:buSzPts val="1800"/>
              <a:buChar char="•"/>
              <a:defRPr/>
            </a:lvl8pPr>
            <a:lvl9pPr indent="-342900" lvl="8" marL="4114800" algn="l">
              <a:lnSpc>
                <a:spcPct val="90000"/>
              </a:lnSpc>
              <a:spcBef>
                <a:spcPts val="1000"/>
              </a:spcBef>
              <a:spcAft>
                <a:spcPts val="0"/>
              </a:spcAft>
              <a:buClr>
                <a:srgbClr val="000000"/>
              </a:buClr>
              <a:buSzPts val="1800"/>
              <a:buChar char="•"/>
              <a:defRPr/>
            </a:lvl9pPr>
          </a:lstStyle>
          <a:p/>
        </p:txBody>
      </p:sp>
      <p:sp>
        <p:nvSpPr>
          <p:cNvPr id="80" name="Google Shape;80;p19"/>
          <p:cNvSpPr txBox="1"/>
          <p:nvPr>
            <p:ph idx="5" type="body"/>
          </p:nvPr>
        </p:nvSpPr>
        <p:spPr>
          <a:xfrm>
            <a:off x="4302125" y="3670525"/>
            <a:ext cx="6832600" cy="554037"/>
          </a:xfrm>
          <a:prstGeom prst="rect">
            <a:avLst/>
          </a:prstGeom>
          <a:noFill/>
          <a:ln>
            <a:noFill/>
          </a:ln>
        </p:spPr>
        <p:txBody>
          <a:bodyPr anchorCtr="0" anchor="t" bIns="45700" lIns="45700" spcFirstLastPara="1" rIns="45700" wrap="square" tIns="45700">
            <a:normAutofit/>
          </a:bodyPr>
          <a:lstStyle>
            <a:lvl1pPr indent="-228600" lvl="0" marL="457200" algn="l">
              <a:lnSpc>
                <a:spcPct val="100000"/>
              </a:lnSpc>
              <a:spcBef>
                <a:spcPts val="0"/>
              </a:spcBef>
              <a:spcAft>
                <a:spcPts val="0"/>
              </a:spcAft>
              <a:buClr>
                <a:srgbClr val="5D5D5D"/>
              </a:buClr>
              <a:buSzPts val="1800"/>
              <a:buNone/>
              <a:defRPr sz="1800">
                <a:solidFill>
                  <a:srgbClr val="5D5D5D"/>
                </a:solidFill>
              </a:defRPr>
            </a:lvl1pPr>
            <a:lvl2pPr indent="-342900" lvl="1" marL="914400" algn="l">
              <a:lnSpc>
                <a:spcPct val="90000"/>
              </a:lnSpc>
              <a:spcBef>
                <a:spcPts val="1000"/>
              </a:spcBef>
              <a:spcAft>
                <a:spcPts val="0"/>
              </a:spcAft>
              <a:buClr>
                <a:srgbClr val="5D5D5D"/>
              </a:buClr>
              <a:buSzPts val="1800"/>
              <a:buChar char="•"/>
              <a:defRPr/>
            </a:lvl2pPr>
            <a:lvl3pPr indent="-342900" lvl="2" marL="1371600" algn="l">
              <a:lnSpc>
                <a:spcPct val="90000"/>
              </a:lnSpc>
              <a:spcBef>
                <a:spcPts val="1000"/>
              </a:spcBef>
              <a:spcAft>
                <a:spcPts val="0"/>
              </a:spcAft>
              <a:buClr>
                <a:srgbClr val="5D5D5D"/>
              </a:buClr>
              <a:buSzPts val="1800"/>
              <a:buChar char="•"/>
              <a:defRPr/>
            </a:lvl3pPr>
            <a:lvl4pPr indent="-342900" lvl="3" marL="1828800" algn="l">
              <a:lnSpc>
                <a:spcPct val="90000"/>
              </a:lnSpc>
              <a:spcBef>
                <a:spcPts val="1000"/>
              </a:spcBef>
              <a:spcAft>
                <a:spcPts val="0"/>
              </a:spcAft>
              <a:buClr>
                <a:srgbClr val="5D5D5D"/>
              </a:buClr>
              <a:buSzPts val="1800"/>
              <a:buChar char="•"/>
              <a:defRPr/>
            </a:lvl4pPr>
            <a:lvl5pPr indent="-342900" lvl="4" marL="2286000" algn="l">
              <a:lnSpc>
                <a:spcPct val="90000"/>
              </a:lnSpc>
              <a:spcBef>
                <a:spcPts val="1000"/>
              </a:spcBef>
              <a:spcAft>
                <a:spcPts val="0"/>
              </a:spcAft>
              <a:buClr>
                <a:srgbClr val="5D5D5D"/>
              </a:buClr>
              <a:buSzPts val="1800"/>
              <a:buChar char="•"/>
              <a:defRPr/>
            </a:lvl5pPr>
            <a:lvl6pPr indent="-342900" lvl="5" marL="2743200" algn="l">
              <a:lnSpc>
                <a:spcPct val="90000"/>
              </a:lnSpc>
              <a:spcBef>
                <a:spcPts val="1000"/>
              </a:spcBef>
              <a:spcAft>
                <a:spcPts val="0"/>
              </a:spcAft>
              <a:buClr>
                <a:srgbClr val="000000"/>
              </a:buClr>
              <a:buSzPts val="1800"/>
              <a:buChar char="•"/>
              <a:defRPr/>
            </a:lvl6pPr>
            <a:lvl7pPr indent="-342900" lvl="6" marL="3200400" algn="l">
              <a:lnSpc>
                <a:spcPct val="90000"/>
              </a:lnSpc>
              <a:spcBef>
                <a:spcPts val="1000"/>
              </a:spcBef>
              <a:spcAft>
                <a:spcPts val="0"/>
              </a:spcAft>
              <a:buClr>
                <a:srgbClr val="000000"/>
              </a:buClr>
              <a:buSzPts val="1800"/>
              <a:buChar char="•"/>
              <a:defRPr/>
            </a:lvl7pPr>
            <a:lvl8pPr indent="-342900" lvl="7" marL="3657600" algn="l">
              <a:lnSpc>
                <a:spcPct val="90000"/>
              </a:lnSpc>
              <a:spcBef>
                <a:spcPts val="1000"/>
              </a:spcBef>
              <a:spcAft>
                <a:spcPts val="0"/>
              </a:spcAft>
              <a:buClr>
                <a:srgbClr val="000000"/>
              </a:buClr>
              <a:buSzPts val="1800"/>
              <a:buChar char="•"/>
              <a:defRPr/>
            </a:lvl8pPr>
            <a:lvl9pPr indent="-342900" lvl="8" marL="4114800" algn="l">
              <a:lnSpc>
                <a:spcPct val="90000"/>
              </a:lnSpc>
              <a:spcBef>
                <a:spcPts val="1000"/>
              </a:spcBef>
              <a:spcAft>
                <a:spcPts val="0"/>
              </a:spcAft>
              <a:buClr>
                <a:srgbClr val="000000"/>
              </a:buClr>
              <a:buSzPts val="1800"/>
              <a:buChar char="•"/>
              <a:defRPr/>
            </a:lvl9pPr>
          </a:lstStyle>
          <a:p/>
        </p:txBody>
      </p:sp>
      <p:sp>
        <p:nvSpPr>
          <p:cNvPr id="81" name="Google Shape;81;p19"/>
          <p:cNvSpPr txBox="1"/>
          <p:nvPr>
            <p:ph idx="6" type="body"/>
          </p:nvPr>
        </p:nvSpPr>
        <p:spPr>
          <a:xfrm>
            <a:off x="2457450" y="4884025"/>
            <a:ext cx="1503363" cy="923330"/>
          </a:xfrm>
          <a:prstGeom prst="rect">
            <a:avLst/>
          </a:prstGeom>
          <a:noFill/>
          <a:ln>
            <a:noFill/>
          </a:ln>
        </p:spPr>
        <p:txBody>
          <a:bodyPr anchorCtr="0" anchor="b" bIns="45700" lIns="45700" spcFirstLastPara="1" rIns="45700" wrap="square" tIns="45700">
            <a:spAutoFit/>
          </a:bodyPr>
          <a:lstStyle>
            <a:lvl1pPr indent="-228600" lvl="0" marL="457200" algn="r">
              <a:lnSpc>
                <a:spcPct val="100000"/>
              </a:lnSpc>
              <a:spcBef>
                <a:spcPts val="0"/>
              </a:spcBef>
              <a:spcAft>
                <a:spcPts val="0"/>
              </a:spcAft>
              <a:buClr>
                <a:schemeClr val="accent1"/>
              </a:buClr>
              <a:buSzPts val="5400"/>
              <a:buNone/>
              <a:defRPr sz="5400">
                <a:solidFill>
                  <a:schemeClr val="accent1"/>
                </a:solidFill>
              </a:defRPr>
            </a:lvl1pPr>
            <a:lvl2pPr indent="-342900" lvl="1" marL="914400" algn="l">
              <a:lnSpc>
                <a:spcPct val="90000"/>
              </a:lnSpc>
              <a:spcBef>
                <a:spcPts val="1000"/>
              </a:spcBef>
              <a:spcAft>
                <a:spcPts val="0"/>
              </a:spcAft>
              <a:buClr>
                <a:srgbClr val="5D5D5D"/>
              </a:buClr>
              <a:buSzPts val="1800"/>
              <a:buChar char="•"/>
              <a:defRPr/>
            </a:lvl2pPr>
            <a:lvl3pPr indent="-342900" lvl="2" marL="1371600" algn="l">
              <a:lnSpc>
                <a:spcPct val="90000"/>
              </a:lnSpc>
              <a:spcBef>
                <a:spcPts val="1000"/>
              </a:spcBef>
              <a:spcAft>
                <a:spcPts val="0"/>
              </a:spcAft>
              <a:buClr>
                <a:srgbClr val="5D5D5D"/>
              </a:buClr>
              <a:buSzPts val="1800"/>
              <a:buChar char="•"/>
              <a:defRPr/>
            </a:lvl3pPr>
            <a:lvl4pPr indent="-342900" lvl="3" marL="1828800" algn="l">
              <a:lnSpc>
                <a:spcPct val="90000"/>
              </a:lnSpc>
              <a:spcBef>
                <a:spcPts val="1000"/>
              </a:spcBef>
              <a:spcAft>
                <a:spcPts val="0"/>
              </a:spcAft>
              <a:buClr>
                <a:srgbClr val="5D5D5D"/>
              </a:buClr>
              <a:buSzPts val="1800"/>
              <a:buChar char="•"/>
              <a:defRPr/>
            </a:lvl4pPr>
            <a:lvl5pPr indent="-342900" lvl="4" marL="2286000" algn="l">
              <a:lnSpc>
                <a:spcPct val="90000"/>
              </a:lnSpc>
              <a:spcBef>
                <a:spcPts val="1000"/>
              </a:spcBef>
              <a:spcAft>
                <a:spcPts val="0"/>
              </a:spcAft>
              <a:buClr>
                <a:srgbClr val="5D5D5D"/>
              </a:buClr>
              <a:buSzPts val="1800"/>
              <a:buChar char="•"/>
              <a:defRPr/>
            </a:lvl5pPr>
            <a:lvl6pPr indent="-342900" lvl="5" marL="2743200" algn="l">
              <a:lnSpc>
                <a:spcPct val="90000"/>
              </a:lnSpc>
              <a:spcBef>
                <a:spcPts val="1000"/>
              </a:spcBef>
              <a:spcAft>
                <a:spcPts val="0"/>
              </a:spcAft>
              <a:buClr>
                <a:srgbClr val="000000"/>
              </a:buClr>
              <a:buSzPts val="1800"/>
              <a:buChar char="•"/>
              <a:defRPr/>
            </a:lvl6pPr>
            <a:lvl7pPr indent="-342900" lvl="6" marL="3200400" algn="l">
              <a:lnSpc>
                <a:spcPct val="90000"/>
              </a:lnSpc>
              <a:spcBef>
                <a:spcPts val="1000"/>
              </a:spcBef>
              <a:spcAft>
                <a:spcPts val="0"/>
              </a:spcAft>
              <a:buClr>
                <a:srgbClr val="000000"/>
              </a:buClr>
              <a:buSzPts val="1800"/>
              <a:buChar char="•"/>
              <a:defRPr/>
            </a:lvl7pPr>
            <a:lvl8pPr indent="-342900" lvl="7" marL="3657600" algn="l">
              <a:lnSpc>
                <a:spcPct val="90000"/>
              </a:lnSpc>
              <a:spcBef>
                <a:spcPts val="1000"/>
              </a:spcBef>
              <a:spcAft>
                <a:spcPts val="0"/>
              </a:spcAft>
              <a:buClr>
                <a:srgbClr val="000000"/>
              </a:buClr>
              <a:buSzPts val="1800"/>
              <a:buChar char="•"/>
              <a:defRPr/>
            </a:lvl8pPr>
            <a:lvl9pPr indent="-342900" lvl="8" marL="4114800" algn="l">
              <a:lnSpc>
                <a:spcPct val="90000"/>
              </a:lnSpc>
              <a:spcBef>
                <a:spcPts val="1000"/>
              </a:spcBef>
              <a:spcAft>
                <a:spcPts val="0"/>
              </a:spcAft>
              <a:buClr>
                <a:srgbClr val="000000"/>
              </a:buClr>
              <a:buSzPts val="1800"/>
              <a:buChar char="•"/>
              <a:defRPr/>
            </a:lvl9pPr>
          </a:lstStyle>
          <a:p/>
        </p:txBody>
      </p:sp>
      <p:sp>
        <p:nvSpPr>
          <p:cNvPr id="82" name="Google Shape;82;p19"/>
          <p:cNvSpPr txBox="1"/>
          <p:nvPr>
            <p:ph idx="7" type="body"/>
          </p:nvPr>
        </p:nvSpPr>
        <p:spPr>
          <a:xfrm>
            <a:off x="4302125" y="4953380"/>
            <a:ext cx="6832600" cy="554037"/>
          </a:xfrm>
          <a:prstGeom prst="rect">
            <a:avLst/>
          </a:prstGeom>
          <a:noFill/>
          <a:ln>
            <a:noFill/>
          </a:ln>
        </p:spPr>
        <p:txBody>
          <a:bodyPr anchorCtr="0" anchor="t" bIns="45700" lIns="45700" spcFirstLastPara="1" rIns="45700" wrap="square" tIns="45700">
            <a:normAutofit/>
          </a:bodyPr>
          <a:lstStyle>
            <a:lvl1pPr indent="-228600" lvl="0" marL="457200" algn="l">
              <a:lnSpc>
                <a:spcPct val="100000"/>
              </a:lnSpc>
              <a:spcBef>
                <a:spcPts val="0"/>
              </a:spcBef>
              <a:spcAft>
                <a:spcPts val="0"/>
              </a:spcAft>
              <a:buClr>
                <a:srgbClr val="5D5D5D"/>
              </a:buClr>
              <a:buSzPts val="1800"/>
              <a:buNone/>
              <a:defRPr sz="1800">
                <a:solidFill>
                  <a:srgbClr val="5D5D5D"/>
                </a:solidFill>
              </a:defRPr>
            </a:lvl1pPr>
            <a:lvl2pPr indent="-342900" lvl="1" marL="914400" algn="l">
              <a:lnSpc>
                <a:spcPct val="90000"/>
              </a:lnSpc>
              <a:spcBef>
                <a:spcPts val="1000"/>
              </a:spcBef>
              <a:spcAft>
                <a:spcPts val="0"/>
              </a:spcAft>
              <a:buClr>
                <a:srgbClr val="5D5D5D"/>
              </a:buClr>
              <a:buSzPts val="1800"/>
              <a:buChar char="•"/>
              <a:defRPr/>
            </a:lvl2pPr>
            <a:lvl3pPr indent="-342900" lvl="2" marL="1371600" algn="l">
              <a:lnSpc>
                <a:spcPct val="90000"/>
              </a:lnSpc>
              <a:spcBef>
                <a:spcPts val="1000"/>
              </a:spcBef>
              <a:spcAft>
                <a:spcPts val="0"/>
              </a:spcAft>
              <a:buClr>
                <a:srgbClr val="5D5D5D"/>
              </a:buClr>
              <a:buSzPts val="1800"/>
              <a:buChar char="•"/>
              <a:defRPr/>
            </a:lvl3pPr>
            <a:lvl4pPr indent="-342900" lvl="3" marL="1828800" algn="l">
              <a:lnSpc>
                <a:spcPct val="90000"/>
              </a:lnSpc>
              <a:spcBef>
                <a:spcPts val="1000"/>
              </a:spcBef>
              <a:spcAft>
                <a:spcPts val="0"/>
              </a:spcAft>
              <a:buClr>
                <a:srgbClr val="5D5D5D"/>
              </a:buClr>
              <a:buSzPts val="1800"/>
              <a:buChar char="•"/>
              <a:defRPr/>
            </a:lvl4pPr>
            <a:lvl5pPr indent="-342900" lvl="4" marL="2286000" algn="l">
              <a:lnSpc>
                <a:spcPct val="90000"/>
              </a:lnSpc>
              <a:spcBef>
                <a:spcPts val="1000"/>
              </a:spcBef>
              <a:spcAft>
                <a:spcPts val="0"/>
              </a:spcAft>
              <a:buClr>
                <a:srgbClr val="5D5D5D"/>
              </a:buClr>
              <a:buSzPts val="1800"/>
              <a:buChar char="•"/>
              <a:defRPr/>
            </a:lvl5pPr>
            <a:lvl6pPr indent="-342900" lvl="5" marL="2743200" algn="l">
              <a:lnSpc>
                <a:spcPct val="90000"/>
              </a:lnSpc>
              <a:spcBef>
                <a:spcPts val="1000"/>
              </a:spcBef>
              <a:spcAft>
                <a:spcPts val="0"/>
              </a:spcAft>
              <a:buClr>
                <a:srgbClr val="000000"/>
              </a:buClr>
              <a:buSzPts val="1800"/>
              <a:buChar char="•"/>
              <a:defRPr/>
            </a:lvl6pPr>
            <a:lvl7pPr indent="-342900" lvl="6" marL="3200400" algn="l">
              <a:lnSpc>
                <a:spcPct val="90000"/>
              </a:lnSpc>
              <a:spcBef>
                <a:spcPts val="1000"/>
              </a:spcBef>
              <a:spcAft>
                <a:spcPts val="0"/>
              </a:spcAft>
              <a:buClr>
                <a:srgbClr val="000000"/>
              </a:buClr>
              <a:buSzPts val="1800"/>
              <a:buChar char="•"/>
              <a:defRPr/>
            </a:lvl7pPr>
            <a:lvl8pPr indent="-342900" lvl="7" marL="3657600" algn="l">
              <a:lnSpc>
                <a:spcPct val="90000"/>
              </a:lnSpc>
              <a:spcBef>
                <a:spcPts val="1000"/>
              </a:spcBef>
              <a:spcAft>
                <a:spcPts val="0"/>
              </a:spcAft>
              <a:buClr>
                <a:srgbClr val="000000"/>
              </a:buClr>
              <a:buSzPts val="1800"/>
              <a:buChar char="•"/>
              <a:defRPr/>
            </a:lvl8pPr>
            <a:lvl9pPr indent="-342900" lvl="8" marL="4114800" algn="l">
              <a:lnSpc>
                <a:spcPct val="90000"/>
              </a:lnSpc>
              <a:spcBef>
                <a:spcPts val="1000"/>
              </a:spcBef>
              <a:spcAft>
                <a:spcPts val="0"/>
              </a:spcAft>
              <a:buClr>
                <a:srgbClr val="000000"/>
              </a:buClr>
              <a:buSzPts val="1800"/>
              <a:buChar char="•"/>
              <a:defRPr/>
            </a:lvl9pPr>
          </a:lstStyle>
          <a:p/>
        </p:txBody>
      </p:sp>
      <p:sp>
        <p:nvSpPr>
          <p:cNvPr id="83" name="Google Shape;83;p19"/>
          <p:cNvSpPr txBox="1"/>
          <p:nvPr>
            <p:ph idx="12" type="sldNum"/>
          </p:nvPr>
        </p:nvSpPr>
        <p:spPr>
          <a:xfrm>
            <a:off x="2341697" y="6316472"/>
            <a:ext cx="350415" cy="338554"/>
          </a:xfrm>
          <a:prstGeom prst="rect">
            <a:avLst/>
          </a:prstGeom>
          <a:noFill/>
          <a:ln>
            <a:noFill/>
          </a:ln>
        </p:spPr>
        <p:txBody>
          <a:bodyPr anchorCtr="0" anchor="ctr" bIns="45700" lIns="45700" spcFirstLastPara="1" rIns="45700" wrap="square" tIns="45700">
            <a:spAutoFit/>
          </a:bodyPr>
          <a:lstStyle>
            <a:lvl1pPr indent="0" lvl="0" marL="0" marR="0" algn="r">
              <a:lnSpc>
                <a:spcPct val="100000"/>
              </a:lnSpc>
              <a:spcBef>
                <a:spcPts val="0"/>
              </a:spcBef>
              <a:spcAft>
                <a:spcPts val="0"/>
              </a:spcAft>
              <a:buClr>
                <a:srgbClr val="828282"/>
              </a:buClr>
              <a:buSzPts val="1600"/>
              <a:buFont typeface="Open Sans"/>
              <a:buNone/>
              <a:defRPr b="0" i="0" sz="1600" u="none" cap="none" strike="noStrike">
                <a:solidFill>
                  <a:srgbClr val="828282"/>
                </a:solidFill>
                <a:latin typeface="Open Sans"/>
                <a:ea typeface="Open Sans"/>
                <a:cs typeface="Open Sans"/>
                <a:sym typeface="Open Sans"/>
              </a:defRPr>
            </a:lvl1pPr>
            <a:lvl2pPr indent="0" lvl="1" marL="0" marR="0" algn="r">
              <a:lnSpc>
                <a:spcPct val="100000"/>
              </a:lnSpc>
              <a:spcBef>
                <a:spcPts val="0"/>
              </a:spcBef>
              <a:spcAft>
                <a:spcPts val="0"/>
              </a:spcAft>
              <a:buClr>
                <a:srgbClr val="828282"/>
              </a:buClr>
              <a:buSzPts val="1600"/>
              <a:buFont typeface="Open Sans"/>
              <a:buNone/>
              <a:defRPr b="0" i="0" sz="1600" u="none" cap="none" strike="noStrike">
                <a:solidFill>
                  <a:srgbClr val="828282"/>
                </a:solidFill>
                <a:latin typeface="Open Sans"/>
                <a:ea typeface="Open Sans"/>
                <a:cs typeface="Open Sans"/>
                <a:sym typeface="Open Sans"/>
              </a:defRPr>
            </a:lvl2pPr>
            <a:lvl3pPr indent="0" lvl="2" marL="0" marR="0" algn="r">
              <a:lnSpc>
                <a:spcPct val="100000"/>
              </a:lnSpc>
              <a:spcBef>
                <a:spcPts val="0"/>
              </a:spcBef>
              <a:spcAft>
                <a:spcPts val="0"/>
              </a:spcAft>
              <a:buClr>
                <a:srgbClr val="828282"/>
              </a:buClr>
              <a:buSzPts val="1600"/>
              <a:buFont typeface="Open Sans"/>
              <a:buNone/>
              <a:defRPr b="0" i="0" sz="1600" u="none" cap="none" strike="noStrike">
                <a:solidFill>
                  <a:srgbClr val="828282"/>
                </a:solidFill>
                <a:latin typeface="Open Sans"/>
                <a:ea typeface="Open Sans"/>
                <a:cs typeface="Open Sans"/>
                <a:sym typeface="Open Sans"/>
              </a:defRPr>
            </a:lvl3pPr>
            <a:lvl4pPr indent="0" lvl="3" marL="0" marR="0" algn="r">
              <a:lnSpc>
                <a:spcPct val="100000"/>
              </a:lnSpc>
              <a:spcBef>
                <a:spcPts val="0"/>
              </a:spcBef>
              <a:spcAft>
                <a:spcPts val="0"/>
              </a:spcAft>
              <a:buClr>
                <a:srgbClr val="828282"/>
              </a:buClr>
              <a:buSzPts val="1600"/>
              <a:buFont typeface="Open Sans"/>
              <a:buNone/>
              <a:defRPr b="0" i="0" sz="1600" u="none" cap="none" strike="noStrike">
                <a:solidFill>
                  <a:srgbClr val="828282"/>
                </a:solidFill>
                <a:latin typeface="Open Sans"/>
                <a:ea typeface="Open Sans"/>
                <a:cs typeface="Open Sans"/>
                <a:sym typeface="Open Sans"/>
              </a:defRPr>
            </a:lvl4pPr>
            <a:lvl5pPr indent="0" lvl="4" marL="0" marR="0" algn="r">
              <a:lnSpc>
                <a:spcPct val="100000"/>
              </a:lnSpc>
              <a:spcBef>
                <a:spcPts val="0"/>
              </a:spcBef>
              <a:spcAft>
                <a:spcPts val="0"/>
              </a:spcAft>
              <a:buClr>
                <a:srgbClr val="828282"/>
              </a:buClr>
              <a:buSzPts val="1600"/>
              <a:buFont typeface="Open Sans"/>
              <a:buNone/>
              <a:defRPr b="0" i="0" sz="1600" u="none" cap="none" strike="noStrike">
                <a:solidFill>
                  <a:srgbClr val="828282"/>
                </a:solidFill>
                <a:latin typeface="Open Sans"/>
                <a:ea typeface="Open Sans"/>
                <a:cs typeface="Open Sans"/>
                <a:sym typeface="Open Sans"/>
              </a:defRPr>
            </a:lvl5pPr>
            <a:lvl6pPr indent="0" lvl="5" marL="0" marR="0" algn="r">
              <a:lnSpc>
                <a:spcPct val="100000"/>
              </a:lnSpc>
              <a:spcBef>
                <a:spcPts val="0"/>
              </a:spcBef>
              <a:spcAft>
                <a:spcPts val="0"/>
              </a:spcAft>
              <a:buClr>
                <a:srgbClr val="828282"/>
              </a:buClr>
              <a:buSzPts val="1600"/>
              <a:buFont typeface="Open Sans"/>
              <a:buNone/>
              <a:defRPr b="0" i="0" sz="1600" u="none" cap="none" strike="noStrike">
                <a:solidFill>
                  <a:srgbClr val="828282"/>
                </a:solidFill>
                <a:latin typeface="Open Sans"/>
                <a:ea typeface="Open Sans"/>
                <a:cs typeface="Open Sans"/>
                <a:sym typeface="Open Sans"/>
              </a:defRPr>
            </a:lvl6pPr>
            <a:lvl7pPr indent="0" lvl="6" marL="0" marR="0" algn="r">
              <a:lnSpc>
                <a:spcPct val="100000"/>
              </a:lnSpc>
              <a:spcBef>
                <a:spcPts val="0"/>
              </a:spcBef>
              <a:spcAft>
                <a:spcPts val="0"/>
              </a:spcAft>
              <a:buClr>
                <a:srgbClr val="828282"/>
              </a:buClr>
              <a:buSzPts val="1600"/>
              <a:buFont typeface="Open Sans"/>
              <a:buNone/>
              <a:defRPr b="0" i="0" sz="1600" u="none" cap="none" strike="noStrike">
                <a:solidFill>
                  <a:srgbClr val="828282"/>
                </a:solidFill>
                <a:latin typeface="Open Sans"/>
                <a:ea typeface="Open Sans"/>
                <a:cs typeface="Open Sans"/>
                <a:sym typeface="Open Sans"/>
              </a:defRPr>
            </a:lvl7pPr>
            <a:lvl8pPr indent="0" lvl="7" marL="0" marR="0" algn="r">
              <a:lnSpc>
                <a:spcPct val="100000"/>
              </a:lnSpc>
              <a:spcBef>
                <a:spcPts val="0"/>
              </a:spcBef>
              <a:spcAft>
                <a:spcPts val="0"/>
              </a:spcAft>
              <a:buClr>
                <a:srgbClr val="828282"/>
              </a:buClr>
              <a:buSzPts val="1600"/>
              <a:buFont typeface="Open Sans"/>
              <a:buNone/>
              <a:defRPr b="0" i="0" sz="1600" u="none" cap="none" strike="noStrike">
                <a:solidFill>
                  <a:srgbClr val="828282"/>
                </a:solidFill>
                <a:latin typeface="Open Sans"/>
                <a:ea typeface="Open Sans"/>
                <a:cs typeface="Open Sans"/>
                <a:sym typeface="Open Sans"/>
              </a:defRPr>
            </a:lvl8pPr>
            <a:lvl9pPr indent="0" lvl="8" marL="0" marR="0" algn="r">
              <a:lnSpc>
                <a:spcPct val="100000"/>
              </a:lnSpc>
              <a:spcBef>
                <a:spcPts val="0"/>
              </a:spcBef>
              <a:spcAft>
                <a:spcPts val="0"/>
              </a:spcAft>
              <a:buClr>
                <a:srgbClr val="828282"/>
              </a:buClr>
              <a:buSzPts val="1600"/>
              <a:buFont typeface="Open Sans"/>
              <a:buNone/>
              <a:defRPr b="0" i="0" sz="1600" u="none" cap="none" strike="noStrike">
                <a:solidFill>
                  <a:srgbClr val="828282"/>
                </a:solidFill>
                <a:latin typeface="Open Sans"/>
                <a:ea typeface="Open Sans"/>
                <a:cs typeface="Open Sans"/>
                <a:sym typeface="Open Sans"/>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hart">
  <p:cSld name="Chart">
    <p:spTree>
      <p:nvGrpSpPr>
        <p:cNvPr id="84" name="Shape 84"/>
        <p:cNvGrpSpPr/>
        <p:nvPr/>
      </p:nvGrpSpPr>
      <p:grpSpPr>
        <a:xfrm>
          <a:off x="0" y="0"/>
          <a:ext cx="0" cy="0"/>
          <a:chOff x="0" y="0"/>
          <a:chExt cx="0" cy="0"/>
        </a:xfrm>
      </p:grpSpPr>
      <p:pic>
        <p:nvPicPr>
          <p:cNvPr descr="Picture 6" id="85" name="Google Shape;85;p20"/>
          <p:cNvPicPr preferRelativeResize="0"/>
          <p:nvPr/>
        </p:nvPicPr>
        <p:blipFill rotWithShape="1">
          <a:blip r:embed="rId2">
            <a:alphaModFix/>
          </a:blip>
          <a:srcRect b="0" l="0" r="0" t="0"/>
          <a:stretch/>
        </p:blipFill>
        <p:spPr>
          <a:xfrm>
            <a:off x="0" y="0"/>
            <a:ext cx="12192000" cy="6858000"/>
          </a:xfrm>
          <a:prstGeom prst="rect">
            <a:avLst/>
          </a:prstGeom>
          <a:noFill/>
          <a:ln>
            <a:noFill/>
          </a:ln>
        </p:spPr>
      </p:pic>
      <p:sp>
        <p:nvSpPr>
          <p:cNvPr id="86" name="Google Shape;86;p20"/>
          <p:cNvSpPr/>
          <p:nvPr/>
        </p:nvSpPr>
        <p:spPr>
          <a:xfrm>
            <a:off x="1152395" y="0"/>
            <a:ext cx="11039605" cy="6858000"/>
          </a:xfrm>
          <a:prstGeom prst="rect">
            <a:avLst/>
          </a:prstGeom>
          <a:solidFill>
            <a:schemeClr val="lt1"/>
          </a:solidFill>
          <a:ln>
            <a:noFill/>
          </a:ln>
        </p:spPr>
        <p:txBody>
          <a:bodyPr anchorCtr="0" anchor="ctr" bIns="45700" lIns="45700" spcFirstLastPara="1" rIns="45700" wrap="square" tIns="45700">
            <a:spAutoFit/>
          </a:bodyPr>
          <a:lstStyle/>
          <a:p>
            <a:pPr indent="0" lvl="0" marL="0" marR="0" rtl="0" algn="l">
              <a:lnSpc>
                <a:spcPct val="100000"/>
              </a:lnSpc>
              <a:spcBef>
                <a:spcPts val="0"/>
              </a:spcBef>
              <a:spcAft>
                <a:spcPts val="0"/>
              </a:spcAft>
              <a:buClr>
                <a:srgbClr val="000000"/>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87" name="Google Shape;87;p20"/>
          <p:cNvSpPr txBox="1"/>
          <p:nvPr>
            <p:ph idx="12" type="sldNum"/>
          </p:nvPr>
        </p:nvSpPr>
        <p:spPr>
          <a:xfrm>
            <a:off x="2308225" y="6320927"/>
            <a:ext cx="350415" cy="338554"/>
          </a:xfrm>
          <a:prstGeom prst="rect">
            <a:avLst/>
          </a:prstGeom>
          <a:noFill/>
          <a:ln>
            <a:noFill/>
          </a:ln>
        </p:spPr>
        <p:txBody>
          <a:bodyPr anchorCtr="0" anchor="ctr" bIns="45700" lIns="45700" spcFirstLastPara="1" rIns="45700" wrap="square" tIns="45700">
            <a:spAutoFit/>
          </a:bodyPr>
          <a:lstStyle>
            <a:lvl1pPr indent="0" lvl="0" marL="0" marR="0" algn="r">
              <a:lnSpc>
                <a:spcPct val="100000"/>
              </a:lnSpc>
              <a:spcBef>
                <a:spcPts val="0"/>
              </a:spcBef>
              <a:spcAft>
                <a:spcPts val="0"/>
              </a:spcAft>
              <a:buClr>
                <a:srgbClr val="828282"/>
              </a:buClr>
              <a:buSzPts val="1600"/>
              <a:buFont typeface="Open Sans"/>
              <a:buNone/>
              <a:defRPr b="0" i="0" sz="1600" u="none" cap="none" strike="noStrike">
                <a:solidFill>
                  <a:srgbClr val="828282"/>
                </a:solidFill>
                <a:latin typeface="Open Sans"/>
                <a:ea typeface="Open Sans"/>
                <a:cs typeface="Open Sans"/>
                <a:sym typeface="Open Sans"/>
              </a:defRPr>
            </a:lvl1pPr>
            <a:lvl2pPr indent="0" lvl="1" marL="0" marR="0" algn="r">
              <a:lnSpc>
                <a:spcPct val="100000"/>
              </a:lnSpc>
              <a:spcBef>
                <a:spcPts val="0"/>
              </a:spcBef>
              <a:spcAft>
                <a:spcPts val="0"/>
              </a:spcAft>
              <a:buClr>
                <a:srgbClr val="828282"/>
              </a:buClr>
              <a:buSzPts val="1600"/>
              <a:buFont typeface="Open Sans"/>
              <a:buNone/>
              <a:defRPr b="0" i="0" sz="1600" u="none" cap="none" strike="noStrike">
                <a:solidFill>
                  <a:srgbClr val="828282"/>
                </a:solidFill>
                <a:latin typeface="Open Sans"/>
                <a:ea typeface="Open Sans"/>
                <a:cs typeface="Open Sans"/>
                <a:sym typeface="Open Sans"/>
              </a:defRPr>
            </a:lvl2pPr>
            <a:lvl3pPr indent="0" lvl="2" marL="0" marR="0" algn="r">
              <a:lnSpc>
                <a:spcPct val="100000"/>
              </a:lnSpc>
              <a:spcBef>
                <a:spcPts val="0"/>
              </a:spcBef>
              <a:spcAft>
                <a:spcPts val="0"/>
              </a:spcAft>
              <a:buClr>
                <a:srgbClr val="828282"/>
              </a:buClr>
              <a:buSzPts val="1600"/>
              <a:buFont typeface="Open Sans"/>
              <a:buNone/>
              <a:defRPr b="0" i="0" sz="1600" u="none" cap="none" strike="noStrike">
                <a:solidFill>
                  <a:srgbClr val="828282"/>
                </a:solidFill>
                <a:latin typeface="Open Sans"/>
                <a:ea typeface="Open Sans"/>
                <a:cs typeface="Open Sans"/>
                <a:sym typeface="Open Sans"/>
              </a:defRPr>
            </a:lvl3pPr>
            <a:lvl4pPr indent="0" lvl="3" marL="0" marR="0" algn="r">
              <a:lnSpc>
                <a:spcPct val="100000"/>
              </a:lnSpc>
              <a:spcBef>
                <a:spcPts val="0"/>
              </a:spcBef>
              <a:spcAft>
                <a:spcPts val="0"/>
              </a:spcAft>
              <a:buClr>
                <a:srgbClr val="828282"/>
              </a:buClr>
              <a:buSzPts val="1600"/>
              <a:buFont typeface="Open Sans"/>
              <a:buNone/>
              <a:defRPr b="0" i="0" sz="1600" u="none" cap="none" strike="noStrike">
                <a:solidFill>
                  <a:srgbClr val="828282"/>
                </a:solidFill>
                <a:latin typeface="Open Sans"/>
                <a:ea typeface="Open Sans"/>
                <a:cs typeface="Open Sans"/>
                <a:sym typeface="Open Sans"/>
              </a:defRPr>
            </a:lvl4pPr>
            <a:lvl5pPr indent="0" lvl="4" marL="0" marR="0" algn="r">
              <a:lnSpc>
                <a:spcPct val="100000"/>
              </a:lnSpc>
              <a:spcBef>
                <a:spcPts val="0"/>
              </a:spcBef>
              <a:spcAft>
                <a:spcPts val="0"/>
              </a:spcAft>
              <a:buClr>
                <a:srgbClr val="828282"/>
              </a:buClr>
              <a:buSzPts val="1600"/>
              <a:buFont typeface="Open Sans"/>
              <a:buNone/>
              <a:defRPr b="0" i="0" sz="1600" u="none" cap="none" strike="noStrike">
                <a:solidFill>
                  <a:srgbClr val="828282"/>
                </a:solidFill>
                <a:latin typeface="Open Sans"/>
                <a:ea typeface="Open Sans"/>
                <a:cs typeface="Open Sans"/>
                <a:sym typeface="Open Sans"/>
              </a:defRPr>
            </a:lvl5pPr>
            <a:lvl6pPr indent="0" lvl="5" marL="0" marR="0" algn="r">
              <a:lnSpc>
                <a:spcPct val="100000"/>
              </a:lnSpc>
              <a:spcBef>
                <a:spcPts val="0"/>
              </a:spcBef>
              <a:spcAft>
                <a:spcPts val="0"/>
              </a:spcAft>
              <a:buClr>
                <a:srgbClr val="828282"/>
              </a:buClr>
              <a:buSzPts val="1600"/>
              <a:buFont typeface="Open Sans"/>
              <a:buNone/>
              <a:defRPr b="0" i="0" sz="1600" u="none" cap="none" strike="noStrike">
                <a:solidFill>
                  <a:srgbClr val="828282"/>
                </a:solidFill>
                <a:latin typeface="Open Sans"/>
                <a:ea typeface="Open Sans"/>
                <a:cs typeface="Open Sans"/>
                <a:sym typeface="Open Sans"/>
              </a:defRPr>
            </a:lvl6pPr>
            <a:lvl7pPr indent="0" lvl="6" marL="0" marR="0" algn="r">
              <a:lnSpc>
                <a:spcPct val="100000"/>
              </a:lnSpc>
              <a:spcBef>
                <a:spcPts val="0"/>
              </a:spcBef>
              <a:spcAft>
                <a:spcPts val="0"/>
              </a:spcAft>
              <a:buClr>
                <a:srgbClr val="828282"/>
              </a:buClr>
              <a:buSzPts val="1600"/>
              <a:buFont typeface="Open Sans"/>
              <a:buNone/>
              <a:defRPr b="0" i="0" sz="1600" u="none" cap="none" strike="noStrike">
                <a:solidFill>
                  <a:srgbClr val="828282"/>
                </a:solidFill>
                <a:latin typeface="Open Sans"/>
                <a:ea typeface="Open Sans"/>
                <a:cs typeface="Open Sans"/>
                <a:sym typeface="Open Sans"/>
              </a:defRPr>
            </a:lvl7pPr>
            <a:lvl8pPr indent="0" lvl="7" marL="0" marR="0" algn="r">
              <a:lnSpc>
                <a:spcPct val="100000"/>
              </a:lnSpc>
              <a:spcBef>
                <a:spcPts val="0"/>
              </a:spcBef>
              <a:spcAft>
                <a:spcPts val="0"/>
              </a:spcAft>
              <a:buClr>
                <a:srgbClr val="828282"/>
              </a:buClr>
              <a:buSzPts val="1600"/>
              <a:buFont typeface="Open Sans"/>
              <a:buNone/>
              <a:defRPr b="0" i="0" sz="1600" u="none" cap="none" strike="noStrike">
                <a:solidFill>
                  <a:srgbClr val="828282"/>
                </a:solidFill>
                <a:latin typeface="Open Sans"/>
                <a:ea typeface="Open Sans"/>
                <a:cs typeface="Open Sans"/>
                <a:sym typeface="Open Sans"/>
              </a:defRPr>
            </a:lvl8pPr>
            <a:lvl9pPr indent="0" lvl="8" marL="0" marR="0" algn="r">
              <a:lnSpc>
                <a:spcPct val="100000"/>
              </a:lnSpc>
              <a:spcBef>
                <a:spcPts val="0"/>
              </a:spcBef>
              <a:spcAft>
                <a:spcPts val="0"/>
              </a:spcAft>
              <a:buClr>
                <a:srgbClr val="828282"/>
              </a:buClr>
              <a:buSzPts val="1600"/>
              <a:buFont typeface="Open Sans"/>
              <a:buNone/>
              <a:defRPr b="0" i="0" sz="1600" u="none" cap="none" strike="noStrike">
                <a:solidFill>
                  <a:srgbClr val="828282"/>
                </a:solidFill>
                <a:latin typeface="Open Sans"/>
                <a:ea typeface="Open Sans"/>
                <a:cs typeface="Open Sans"/>
                <a:sym typeface="Open Sans"/>
              </a:defRPr>
            </a:lvl9pPr>
          </a:lstStyle>
          <a:p>
            <a:pPr indent="0" lvl="0" marL="0" rtl="0" algn="r">
              <a:spcBef>
                <a:spcPts val="0"/>
              </a:spcBef>
              <a:spcAft>
                <a:spcPts val="0"/>
              </a:spcAft>
              <a:buNone/>
            </a:pPr>
            <a:fld id="{00000000-1234-1234-1234-123412341234}" type="slidenum">
              <a:rPr lang="en-US"/>
              <a:t>‹#›</a:t>
            </a:fld>
            <a:endParaRPr/>
          </a:p>
        </p:txBody>
      </p:sp>
      <p:pic>
        <p:nvPicPr>
          <p:cNvPr id="88" name="Google Shape;88;p20"/>
          <p:cNvPicPr preferRelativeResize="0"/>
          <p:nvPr/>
        </p:nvPicPr>
        <p:blipFill rotWithShape="1">
          <a:blip r:embed="rId3">
            <a:alphaModFix/>
          </a:blip>
          <a:srcRect b="0" l="0" r="0" t="0"/>
          <a:stretch/>
        </p:blipFill>
        <p:spPr>
          <a:xfrm>
            <a:off x="8984784" y="6375748"/>
            <a:ext cx="2877363" cy="252955"/>
          </a:xfrm>
          <a:prstGeom prst="rect">
            <a:avLst/>
          </a:prstGeom>
          <a:noFill/>
          <a:ln>
            <a:noFill/>
          </a:ln>
        </p:spPr>
      </p:pic>
      <p:sp>
        <p:nvSpPr>
          <p:cNvPr id="89" name="Google Shape;89;p20"/>
          <p:cNvSpPr/>
          <p:nvPr>
            <p:ph idx="2" type="chart"/>
          </p:nvPr>
        </p:nvSpPr>
        <p:spPr>
          <a:xfrm>
            <a:off x="2308225" y="2682875"/>
            <a:ext cx="7102475" cy="3189288"/>
          </a:xfrm>
          <a:prstGeom prst="rect">
            <a:avLst/>
          </a:prstGeom>
          <a:noFill/>
          <a:ln>
            <a:noFill/>
          </a:ln>
        </p:spPr>
        <p:txBody>
          <a:bodyPr anchorCtr="0" anchor="t" bIns="45700" lIns="45700" spcFirstLastPara="1" rIns="45700" wrap="square" tIns="45700">
            <a:normAutofit/>
          </a:bodyPr>
          <a:lstStyle>
            <a:lvl1pPr lvl="0" marR="0" rtl="0" algn="l">
              <a:lnSpc>
                <a:spcPct val="90000"/>
              </a:lnSpc>
              <a:spcBef>
                <a:spcPts val="1000"/>
              </a:spcBef>
              <a:spcAft>
                <a:spcPts val="0"/>
              </a:spcAft>
              <a:buClr>
                <a:srgbClr val="5D5D5D"/>
              </a:buClr>
              <a:buSzPts val="2000"/>
              <a:buFont typeface="Arial"/>
              <a:buNone/>
              <a:defRPr b="0" i="0" sz="2000" u="none" cap="none" strike="noStrike">
                <a:solidFill>
                  <a:srgbClr val="5D5D5D"/>
                </a:solidFill>
                <a:latin typeface="Open Sans Light"/>
                <a:ea typeface="Open Sans Light"/>
                <a:cs typeface="Open Sans Light"/>
                <a:sym typeface="Open Sans Light"/>
              </a:defRPr>
            </a:lvl1pPr>
            <a:lvl2pPr lvl="1" marR="0" rtl="0" algn="l">
              <a:lnSpc>
                <a:spcPct val="90000"/>
              </a:lnSpc>
              <a:spcBef>
                <a:spcPts val="1000"/>
              </a:spcBef>
              <a:spcAft>
                <a:spcPts val="0"/>
              </a:spcAft>
              <a:buClr>
                <a:srgbClr val="5D5D5D"/>
              </a:buClr>
              <a:buSzPts val="2000"/>
              <a:buFont typeface="Arial"/>
              <a:buChar char="•"/>
              <a:defRPr b="0" i="0" sz="2000" u="none" cap="none" strike="noStrike">
                <a:solidFill>
                  <a:srgbClr val="5D5D5D"/>
                </a:solidFill>
                <a:latin typeface="Open Sans Light"/>
                <a:ea typeface="Open Sans Light"/>
                <a:cs typeface="Open Sans Light"/>
                <a:sym typeface="Open Sans Light"/>
              </a:defRPr>
            </a:lvl2pPr>
            <a:lvl3pPr lvl="2" marR="0" rtl="0" algn="l">
              <a:lnSpc>
                <a:spcPct val="90000"/>
              </a:lnSpc>
              <a:spcBef>
                <a:spcPts val="1000"/>
              </a:spcBef>
              <a:spcAft>
                <a:spcPts val="0"/>
              </a:spcAft>
              <a:buClr>
                <a:srgbClr val="5D5D5D"/>
              </a:buClr>
              <a:buSzPts val="2000"/>
              <a:buFont typeface="Arial"/>
              <a:buChar char="•"/>
              <a:defRPr b="0" i="0" sz="2000" u="none" cap="none" strike="noStrike">
                <a:solidFill>
                  <a:srgbClr val="5D5D5D"/>
                </a:solidFill>
                <a:latin typeface="Open Sans Light"/>
                <a:ea typeface="Open Sans Light"/>
                <a:cs typeface="Open Sans Light"/>
                <a:sym typeface="Open Sans Light"/>
              </a:defRPr>
            </a:lvl3pPr>
            <a:lvl4pPr lvl="3" marR="0" rtl="0" algn="l">
              <a:lnSpc>
                <a:spcPct val="90000"/>
              </a:lnSpc>
              <a:spcBef>
                <a:spcPts val="1000"/>
              </a:spcBef>
              <a:spcAft>
                <a:spcPts val="0"/>
              </a:spcAft>
              <a:buClr>
                <a:srgbClr val="5D5D5D"/>
              </a:buClr>
              <a:buSzPts val="2000"/>
              <a:buFont typeface="Arial"/>
              <a:buChar char="•"/>
              <a:defRPr b="0" i="0" sz="2000" u="none" cap="none" strike="noStrike">
                <a:solidFill>
                  <a:srgbClr val="5D5D5D"/>
                </a:solidFill>
                <a:latin typeface="Open Sans Light"/>
                <a:ea typeface="Open Sans Light"/>
                <a:cs typeface="Open Sans Light"/>
                <a:sym typeface="Open Sans Light"/>
              </a:defRPr>
            </a:lvl4pPr>
            <a:lvl5pPr lvl="4" marR="0" rtl="0" algn="l">
              <a:lnSpc>
                <a:spcPct val="90000"/>
              </a:lnSpc>
              <a:spcBef>
                <a:spcPts val="1000"/>
              </a:spcBef>
              <a:spcAft>
                <a:spcPts val="0"/>
              </a:spcAft>
              <a:buClr>
                <a:srgbClr val="5D5D5D"/>
              </a:buClr>
              <a:buSzPts val="2000"/>
              <a:buFont typeface="Arial"/>
              <a:buChar char="•"/>
              <a:defRPr b="0" i="0" sz="2000" u="none" cap="none" strike="noStrike">
                <a:solidFill>
                  <a:srgbClr val="5D5D5D"/>
                </a:solidFill>
                <a:latin typeface="Open Sans Light"/>
                <a:ea typeface="Open Sans Light"/>
                <a:cs typeface="Open Sans Light"/>
                <a:sym typeface="Open Sans Light"/>
              </a:defRPr>
            </a:lvl5pPr>
            <a:lvl6pPr lvl="5" marR="0" rtl="0" algn="l">
              <a:lnSpc>
                <a:spcPct val="90000"/>
              </a:lnSpc>
              <a:spcBef>
                <a:spcPts val="1000"/>
              </a:spcBef>
              <a:spcAft>
                <a:spcPts val="0"/>
              </a:spcAft>
              <a:buClr>
                <a:srgbClr val="000000"/>
              </a:buClr>
              <a:buSzPts val="2800"/>
              <a:buFont typeface="Arial"/>
              <a:buChar char="•"/>
              <a:defRPr b="0" i="0" sz="2800" u="none" cap="none" strike="noStrike">
                <a:solidFill>
                  <a:srgbClr val="000000"/>
                </a:solidFill>
                <a:latin typeface="Open Sans ExtraBold"/>
                <a:ea typeface="Open Sans ExtraBold"/>
                <a:cs typeface="Open Sans ExtraBold"/>
                <a:sym typeface="Open Sans ExtraBold"/>
              </a:defRPr>
            </a:lvl6pPr>
            <a:lvl7pPr lvl="6" marR="0" rtl="0" algn="l">
              <a:lnSpc>
                <a:spcPct val="90000"/>
              </a:lnSpc>
              <a:spcBef>
                <a:spcPts val="1000"/>
              </a:spcBef>
              <a:spcAft>
                <a:spcPts val="0"/>
              </a:spcAft>
              <a:buClr>
                <a:srgbClr val="000000"/>
              </a:buClr>
              <a:buSzPts val="2800"/>
              <a:buFont typeface="Arial"/>
              <a:buChar char="•"/>
              <a:defRPr b="0" i="0" sz="2800" u="none" cap="none" strike="noStrike">
                <a:solidFill>
                  <a:srgbClr val="000000"/>
                </a:solidFill>
                <a:latin typeface="Open Sans ExtraBold"/>
                <a:ea typeface="Open Sans ExtraBold"/>
                <a:cs typeface="Open Sans ExtraBold"/>
                <a:sym typeface="Open Sans ExtraBold"/>
              </a:defRPr>
            </a:lvl7pPr>
            <a:lvl8pPr lvl="7" marR="0" rtl="0" algn="l">
              <a:lnSpc>
                <a:spcPct val="90000"/>
              </a:lnSpc>
              <a:spcBef>
                <a:spcPts val="1000"/>
              </a:spcBef>
              <a:spcAft>
                <a:spcPts val="0"/>
              </a:spcAft>
              <a:buClr>
                <a:srgbClr val="000000"/>
              </a:buClr>
              <a:buSzPts val="2800"/>
              <a:buFont typeface="Arial"/>
              <a:buChar char="•"/>
              <a:defRPr b="0" i="0" sz="2800" u="none" cap="none" strike="noStrike">
                <a:solidFill>
                  <a:srgbClr val="000000"/>
                </a:solidFill>
                <a:latin typeface="Open Sans ExtraBold"/>
                <a:ea typeface="Open Sans ExtraBold"/>
                <a:cs typeface="Open Sans ExtraBold"/>
                <a:sym typeface="Open Sans ExtraBold"/>
              </a:defRPr>
            </a:lvl8pPr>
            <a:lvl9pPr lvl="8" marR="0" rtl="0" algn="l">
              <a:lnSpc>
                <a:spcPct val="90000"/>
              </a:lnSpc>
              <a:spcBef>
                <a:spcPts val="1000"/>
              </a:spcBef>
              <a:spcAft>
                <a:spcPts val="0"/>
              </a:spcAft>
              <a:buClr>
                <a:srgbClr val="000000"/>
              </a:buClr>
              <a:buSzPts val="2800"/>
              <a:buFont typeface="Arial"/>
              <a:buChar char="•"/>
              <a:defRPr b="0" i="0" sz="2800" u="none" cap="none" strike="noStrike">
                <a:solidFill>
                  <a:srgbClr val="000000"/>
                </a:solidFill>
                <a:latin typeface="Open Sans ExtraBold"/>
                <a:ea typeface="Open Sans ExtraBold"/>
                <a:cs typeface="Open Sans ExtraBold"/>
                <a:sym typeface="Open Sans ExtraBold"/>
              </a:defRPr>
            </a:lvl9pPr>
          </a:lstStyle>
          <a:p/>
        </p:txBody>
      </p:sp>
      <p:cxnSp>
        <p:nvCxnSpPr>
          <p:cNvPr id="90" name="Google Shape;90;p20"/>
          <p:cNvCxnSpPr/>
          <p:nvPr/>
        </p:nvCxnSpPr>
        <p:spPr>
          <a:xfrm>
            <a:off x="2384121" y="1615723"/>
            <a:ext cx="9177402" cy="0"/>
          </a:xfrm>
          <a:prstGeom prst="straightConnector1">
            <a:avLst/>
          </a:prstGeom>
          <a:noFill/>
          <a:ln cap="flat" cmpd="sng" w="12700">
            <a:solidFill>
              <a:srgbClr val="A5A5A5"/>
            </a:solidFill>
            <a:prstDash val="solid"/>
            <a:miter lim="800000"/>
            <a:headEnd len="sm" w="sm" type="none"/>
            <a:tailEnd len="sm" w="sm" type="none"/>
          </a:ln>
        </p:spPr>
      </p:cxnSp>
      <p:graphicFrame>
        <p:nvGraphicFramePr>
          <p:cNvPr id="91" name="Google Shape;91;p20"/>
          <p:cNvGraphicFramePr/>
          <p:nvPr/>
        </p:nvGraphicFramePr>
        <p:xfrm>
          <a:off x="3704639" y="2683253"/>
          <a:ext cx="4782721" cy="3188480"/>
        </p:xfrm>
        <a:graphic>
          <a:graphicData uri="http://schemas.openxmlformats.org/drawingml/2006/chart">
            <c:chart r:id="rId4"/>
          </a:graphicData>
        </a:graphic>
      </p:graphicFrame>
      <p:sp>
        <p:nvSpPr>
          <p:cNvPr id="92" name="Google Shape;92;p20"/>
          <p:cNvSpPr txBox="1"/>
          <p:nvPr>
            <p:ph idx="1" type="body"/>
          </p:nvPr>
        </p:nvSpPr>
        <p:spPr>
          <a:xfrm>
            <a:off x="2384425" y="823913"/>
            <a:ext cx="5883275" cy="646112"/>
          </a:xfrm>
          <a:prstGeom prst="rect">
            <a:avLst/>
          </a:prstGeom>
          <a:noFill/>
          <a:ln>
            <a:noFill/>
          </a:ln>
        </p:spPr>
        <p:txBody>
          <a:bodyPr anchorCtr="0" anchor="ctr" bIns="45700" lIns="45700" spcFirstLastPara="1" rIns="45700" wrap="square" tIns="45700">
            <a:normAutofit/>
          </a:bodyPr>
          <a:lstStyle>
            <a:lvl1pPr indent="-228600" lvl="0" marL="457200" algn="l">
              <a:lnSpc>
                <a:spcPct val="90000"/>
              </a:lnSpc>
              <a:spcBef>
                <a:spcPts val="1000"/>
              </a:spcBef>
              <a:spcAft>
                <a:spcPts val="0"/>
              </a:spcAft>
              <a:buClr>
                <a:srgbClr val="5D5D5D"/>
              </a:buClr>
              <a:buSzPts val="3600"/>
              <a:buNone/>
              <a:defRPr sz="3600">
                <a:solidFill>
                  <a:srgbClr val="5D5D5D"/>
                </a:solidFill>
              </a:defRPr>
            </a:lvl1pPr>
            <a:lvl2pPr indent="-342900" lvl="1" marL="914400" algn="l">
              <a:lnSpc>
                <a:spcPct val="90000"/>
              </a:lnSpc>
              <a:spcBef>
                <a:spcPts val="1000"/>
              </a:spcBef>
              <a:spcAft>
                <a:spcPts val="0"/>
              </a:spcAft>
              <a:buClr>
                <a:srgbClr val="5D5D5D"/>
              </a:buClr>
              <a:buSzPts val="1800"/>
              <a:buChar char="•"/>
              <a:defRPr/>
            </a:lvl2pPr>
            <a:lvl3pPr indent="-342900" lvl="2" marL="1371600" algn="l">
              <a:lnSpc>
                <a:spcPct val="90000"/>
              </a:lnSpc>
              <a:spcBef>
                <a:spcPts val="1000"/>
              </a:spcBef>
              <a:spcAft>
                <a:spcPts val="0"/>
              </a:spcAft>
              <a:buClr>
                <a:srgbClr val="5D5D5D"/>
              </a:buClr>
              <a:buSzPts val="1800"/>
              <a:buChar char="•"/>
              <a:defRPr/>
            </a:lvl3pPr>
            <a:lvl4pPr indent="-342900" lvl="3" marL="1828800" algn="l">
              <a:lnSpc>
                <a:spcPct val="90000"/>
              </a:lnSpc>
              <a:spcBef>
                <a:spcPts val="1000"/>
              </a:spcBef>
              <a:spcAft>
                <a:spcPts val="0"/>
              </a:spcAft>
              <a:buClr>
                <a:srgbClr val="5D5D5D"/>
              </a:buClr>
              <a:buSzPts val="1800"/>
              <a:buChar char="•"/>
              <a:defRPr/>
            </a:lvl4pPr>
            <a:lvl5pPr indent="-342900" lvl="4" marL="2286000" algn="l">
              <a:lnSpc>
                <a:spcPct val="90000"/>
              </a:lnSpc>
              <a:spcBef>
                <a:spcPts val="1000"/>
              </a:spcBef>
              <a:spcAft>
                <a:spcPts val="0"/>
              </a:spcAft>
              <a:buClr>
                <a:srgbClr val="5D5D5D"/>
              </a:buClr>
              <a:buSzPts val="1800"/>
              <a:buChar char="•"/>
              <a:defRPr/>
            </a:lvl5pPr>
            <a:lvl6pPr indent="-342900" lvl="5" marL="2743200" algn="l">
              <a:lnSpc>
                <a:spcPct val="90000"/>
              </a:lnSpc>
              <a:spcBef>
                <a:spcPts val="1000"/>
              </a:spcBef>
              <a:spcAft>
                <a:spcPts val="0"/>
              </a:spcAft>
              <a:buClr>
                <a:srgbClr val="000000"/>
              </a:buClr>
              <a:buSzPts val="1800"/>
              <a:buChar char="•"/>
              <a:defRPr/>
            </a:lvl6pPr>
            <a:lvl7pPr indent="-342900" lvl="6" marL="3200400" algn="l">
              <a:lnSpc>
                <a:spcPct val="90000"/>
              </a:lnSpc>
              <a:spcBef>
                <a:spcPts val="1000"/>
              </a:spcBef>
              <a:spcAft>
                <a:spcPts val="0"/>
              </a:spcAft>
              <a:buClr>
                <a:srgbClr val="000000"/>
              </a:buClr>
              <a:buSzPts val="1800"/>
              <a:buChar char="•"/>
              <a:defRPr/>
            </a:lvl7pPr>
            <a:lvl8pPr indent="-342900" lvl="7" marL="3657600" algn="l">
              <a:lnSpc>
                <a:spcPct val="90000"/>
              </a:lnSpc>
              <a:spcBef>
                <a:spcPts val="1000"/>
              </a:spcBef>
              <a:spcAft>
                <a:spcPts val="0"/>
              </a:spcAft>
              <a:buClr>
                <a:srgbClr val="000000"/>
              </a:buClr>
              <a:buSzPts val="1800"/>
              <a:buChar char="•"/>
              <a:defRPr/>
            </a:lvl8pPr>
            <a:lvl9pPr indent="-342900" lvl="8" marL="4114800" algn="l">
              <a:lnSpc>
                <a:spcPct val="90000"/>
              </a:lnSpc>
              <a:spcBef>
                <a:spcPts val="1000"/>
              </a:spcBef>
              <a:spcAft>
                <a:spcPts val="0"/>
              </a:spcAft>
              <a:buClr>
                <a:srgbClr val="000000"/>
              </a:buClr>
              <a:buSzPts val="1800"/>
              <a:buChar char="•"/>
              <a:defRPr/>
            </a:lvl9pPr>
          </a:lstStyle>
          <a:p/>
        </p:txBody>
      </p:sp>
      <p:sp>
        <p:nvSpPr>
          <p:cNvPr id="93" name="Google Shape;93;p20"/>
          <p:cNvSpPr txBox="1"/>
          <p:nvPr>
            <p:ph idx="3" type="body"/>
          </p:nvPr>
        </p:nvSpPr>
        <p:spPr>
          <a:xfrm>
            <a:off x="2308225" y="2179638"/>
            <a:ext cx="6676559" cy="368300"/>
          </a:xfrm>
          <a:prstGeom prst="rect">
            <a:avLst/>
          </a:prstGeom>
          <a:noFill/>
          <a:ln>
            <a:noFill/>
          </a:ln>
        </p:spPr>
        <p:txBody>
          <a:bodyPr anchorCtr="0" anchor="t" bIns="45700" lIns="45700" spcFirstLastPara="1" rIns="45700" wrap="square" tIns="45700">
            <a:normAutofit/>
          </a:bodyPr>
          <a:lstStyle>
            <a:lvl1pPr indent="-228600" lvl="0" marL="457200" algn="l">
              <a:lnSpc>
                <a:spcPct val="100000"/>
              </a:lnSpc>
              <a:spcBef>
                <a:spcPts val="0"/>
              </a:spcBef>
              <a:spcAft>
                <a:spcPts val="0"/>
              </a:spcAft>
              <a:buClr>
                <a:srgbClr val="5D5D5D"/>
              </a:buClr>
              <a:buSzPts val="1800"/>
              <a:buNone/>
              <a:defRPr b="1" sz="1800">
                <a:solidFill>
                  <a:srgbClr val="5D5D5D"/>
                </a:solidFill>
                <a:latin typeface="Open Sans"/>
                <a:ea typeface="Open Sans"/>
                <a:cs typeface="Open Sans"/>
                <a:sym typeface="Open Sans"/>
              </a:defRPr>
            </a:lvl1pPr>
            <a:lvl2pPr indent="-342900" lvl="1" marL="914400" algn="l">
              <a:lnSpc>
                <a:spcPct val="90000"/>
              </a:lnSpc>
              <a:spcBef>
                <a:spcPts val="1000"/>
              </a:spcBef>
              <a:spcAft>
                <a:spcPts val="0"/>
              </a:spcAft>
              <a:buClr>
                <a:srgbClr val="5D5D5D"/>
              </a:buClr>
              <a:buSzPts val="1800"/>
              <a:buChar char="•"/>
              <a:defRPr/>
            </a:lvl2pPr>
            <a:lvl3pPr indent="-342900" lvl="2" marL="1371600" algn="l">
              <a:lnSpc>
                <a:spcPct val="90000"/>
              </a:lnSpc>
              <a:spcBef>
                <a:spcPts val="1000"/>
              </a:spcBef>
              <a:spcAft>
                <a:spcPts val="0"/>
              </a:spcAft>
              <a:buClr>
                <a:srgbClr val="5D5D5D"/>
              </a:buClr>
              <a:buSzPts val="1800"/>
              <a:buChar char="•"/>
              <a:defRPr/>
            </a:lvl3pPr>
            <a:lvl4pPr indent="-342900" lvl="3" marL="1828800" algn="l">
              <a:lnSpc>
                <a:spcPct val="90000"/>
              </a:lnSpc>
              <a:spcBef>
                <a:spcPts val="1000"/>
              </a:spcBef>
              <a:spcAft>
                <a:spcPts val="0"/>
              </a:spcAft>
              <a:buClr>
                <a:srgbClr val="5D5D5D"/>
              </a:buClr>
              <a:buSzPts val="1800"/>
              <a:buChar char="•"/>
              <a:defRPr/>
            </a:lvl4pPr>
            <a:lvl5pPr indent="-342900" lvl="4" marL="2286000" algn="l">
              <a:lnSpc>
                <a:spcPct val="90000"/>
              </a:lnSpc>
              <a:spcBef>
                <a:spcPts val="1000"/>
              </a:spcBef>
              <a:spcAft>
                <a:spcPts val="0"/>
              </a:spcAft>
              <a:buClr>
                <a:srgbClr val="5D5D5D"/>
              </a:buClr>
              <a:buSzPts val="1800"/>
              <a:buChar char="•"/>
              <a:defRPr/>
            </a:lvl5pPr>
            <a:lvl6pPr indent="-342900" lvl="5" marL="2743200" algn="l">
              <a:lnSpc>
                <a:spcPct val="90000"/>
              </a:lnSpc>
              <a:spcBef>
                <a:spcPts val="1000"/>
              </a:spcBef>
              <a:spcAft>
                <a:spcPts val="0"/>
              </a:spcAft>
              <a:buClr>
                <a:srgbClr val="000000"/>
              </a:buClr>
              <a:buSzPts val="1800"/>
              <a:buChar char="•"/>
              <a:defRPr/>
            </a:lvl6pPr>
            <a:lvl7pPr indent="-342900" lvl="6" marL="3200400" algn="l">
              <a:lnSpc>
                <a:spcPct val="90000"/>
              </a:lnSpc>
              <a:spcBef>
                <a:spcPts val="1000"/>
              </a:spcBef>
              <a:spcAft>
                <a:spcPts val="0"/>
              </a:spcAft>
              <a:buClr>
                <a:srgbClr val="000000"/>
              </a:buClr>
              <a:buSzPts val="1800"/>
              <a:buChar char="•"/>
              <a:defRPr/>
            </a:lvl7pPr>
            <a:lvl8pPr indent="-342900" lvl="7" marL="3657600" algn="l">
              <a:lnSpc>
                <a:spcPct val="90000"/>
              </a:lnSpc>
              <a:spcBef>
                <a:spcPts val="1000"/>
              </a:spcBef>
              <a:spcAft>
                <a:spcPts val="0"/>
              </a:spcAft>
              <a:buClr>
                <a:srgbClr val="000000"/>
              </a:buClr>
              <a:buSzPts val="1800"/>
              <a:buChar char="•"/>
              <a:defRPr/>
            </a:lvl8pPr>
            <a:lvl9pPr indent="-342900" lvl="8" marL="4114800" algn="l">
              <a:lnSpc>
                <a:spcPct val="90000"/>
              </a:lnSpc>
              <a:spcBef>
                <a:spcPts val="1000"/>
              </a:spcBef>
              <a:spcAft>
                <a:spcPts val="0"/>
              </a:spcAft>
              <a:buClr>
                <a:srgbClr val="000000"/>
              </a:buClr>
              <a:buSzPts val="1800"/>
              <a:buChar char="•"/>
              <a:defRPr/>
            </a:lvl9pPr>
          </a:lstStyle>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lumn and Photo">
  <p:cSld name="Column and Photo">
    <p:spTree>
      <p:nvGrpSpPr>
        <p:cNvPr id="94" name="Shape 94"/>
        <p:cNvGrpSpPr/>
        <p:nvPr/>
      </p:nvGrpSpPr>
      <p:grpSpPr>
        <a:xfrm>
          <a:off x="0" y="0"/>
          <a:ext cx="0" cy="0"/>
          <a:chOff x="0" y="0"/>
          <a:chExt cx="0" cy="0"/>
        </a:xfrm>
      </p:grpSpPr>
      <p:pic>
        <p:nvPicPr>
          <p:cNvPr descr="Picture 6" id="95" name="Google Shape;95;p21"/>
          <p:cNvPicPr preferRelativeResize="0"/>
          <p:nvPr/>
        </p:nvPicPr>
        <p:blipFill rotWithShape="1">
          <a:blip r:embed="rId2">
            <a:alphaModFix/>
          </a:blip>
          <a:srcRect b="0" l="0" r="0" t="0"/>
          <a:stretch/>
        </p:blipFill>
        <p:spPr>
          <a:xfrm>
            <a:off x="0" y="0"/>
            <a:ext cx="12192000" cy="6858000"/>
          </a:xfrm>
          <a:prstGeom prst="rect">
            <a:avLst/>
          </a:prstGeom>
          <a:noFill/>
          <a:ln>
            <a:noFill/>
          </a:ln>
        </p:spPr>
      </p:pic>
      <p:sp>
        <p:nvSpPr>
          <p:cNvPr id="96" name="Google Shape;96;p21"/>
          <p:cNvSpPr/>
          <p:nvPr/>
        </p:nvSpPr>
        <p:spPr>
          <a:xfrm>
            <a:off x="0" y="0"/>
            <a:ext cx="12192000" cy="6858000"/>
          </a:xfrm>
          <a:prstGeom prst="rect">
            <a:avLst/>
          </a:prstGeom>
          <a:solidFill>
            <a:schemeClr val="lt1"/>
          </a:solidFill>
          <a:ln>
            <a:noFill/>
          </a:ln>
        </p:spPr>
        <p:txBody>
          <a:bodyPr anchorCtr="0" anchor="ctr" bIns="45700" lIns="45700" spcFirstLastPara="1" rIns="45700" wrap="square" tIns="45700">
            <a:spAutoFit/>
          </a:bodyPr>
          <a:lstStyle/>
          <a:p>
            <a:pPr indent="0" lvl="0" marL="0" marR="0" rtl="0" algn="l">
              <a:lnSpc>
                <a:spcPct val="100000"/>
              </a:lnSpc>
              <a:spcBef>
                <a:spcPts val="0"/>
              </a:spcBef>
              <a:spcAft>
                <a:spcPts val="0"/>
              </a:spcAft>
              <a:buClr>
                <a:srgbClr val="000000"/>
              </a:buClr>
              <a:buSzPts val="1800"/>
              <a:buFont typeface="Calibri"/>
              <a:buNone/>
            </a:pPr>
            <a:r>
              <a:t/>
            </a:r>
            <a:endParaRPr b="0" i="0" sz="1800" u="none" cap="none" strike="noStrike">
              <a:solidFill>
                <a:srgbClr val="000000"/>
              </a:solidFill>
              <a:latin typeface="Calibri"/>
              <a:ea typeface="Calibri"/>
              <a:cs typeface="Calibri"/>
              <a:sym typeface="Calibri"/>
            </a:endParaRPr>
          </a:p>
        </p:txBody>
      </p:sp>
      <p:cxnSp>
        <p:nvCxnSpPr>
          <p:cNvPr id="97" name="Google Shape;97;p21"/>
          <p:cNvCxnSpPr/>
          <p:nvPr/>
        </p:nvCxnSpPr>
        <p:spPr>
          <a:xfrm>
            <a:off x="813071" y="2001772"/>
            <a:ext cx="3295669" cy="0"/>
          </a:xfrm>
          <a:prstGeom prst="straightConnector1">
            <a:avLst/>
          </a:prstGeom>
          <a:noFill/>
          <a:ln cap="flat" cmpd="sng" w="12700">
            <a:solidFill>
              <a:srgbClr val="A5A5A5"/>
            </a:solidFill>
            <a:prstDash val="solid"/>
            <a:miter lim="800000"/>
            <a:headEnd len="sm" w="sm" type="none"/>
            <a:tailEnd len="sm" w="sm" type="none"/>
          </a:ln>
        </p:spPr>
      </p:cxnSp>
      <p:pic>
        <p:nvPicPr>
          <p:cNvPr id="98" name="Google Shape;98;p21"/>
          <p:cNvPicPr preferRelativeResize="0"/>
          <p:nvPr/>
        </p:nvPicPr>
        <p:blipFill rotWithShape="1">
          <a:blip r:embed="rId3">
            <a:alphaModFix/>
          </a:blip>
          <a:srcRect b="0" l="0" r="0" t="0"/>
          <a:stretch/>
        </p:blipFill>
        <p:spPr>
          <a:xfrm>
            <a:off x="8984784" y="6375748"/>
            <a:ext cx="2877363" cy="252955"/>
          </a:xfrm>
          <a:prstGeom prst="rect">
            <a:avLst/>
          </a:prstGeom>
          <a:noFill/>
          <a:ln>
            <a:noFill/>
          </a:ln>
        </p:spPr>
      </p:pic>
      <p:sp>
        <p:nvSpPr>
          <p:cNvPr id="99" name="Google Shape;99;p21"/>
          <p:cNvSpPr/>
          <p:nvPr/>
        </p:nvSpPr>
        <p:spPr>
          <a:xfrm>
            <a:off x="4884234" y="0"/>
            <a:ext cx="7307766" cy="6858000"/>
          </a:xfrm>
          <a:prstGeom prst="rect">
            <a:avLst/>
          </a:prstGeom>
          <a:solidFill>
            <a:srgbClr val="BFBFBF"/>
          </a:solidFill>
          <a:ln>
            <a:noFill/>
          </a:ln>
        </p:spPr>
        <p:txBody>
          <a:bodyPr anchorCtr="0" anchor="ctr" bIns="45700" lIns="45700" spcFirstLastPara="1" rIns="45700" wrap="square" tIns="45700">
            <a:spAutoFit/>
          </a:bodyPr>
          <a:lstStyle/>
          <a:p>
            <a:pPr indent="0" lvl="0" marL="0" marR="0" rtl="0" algn="l">
              <a:lnSpc>
                <a:spcPct val="100000"/>
              </a:lnSpc>
              <a:spcBef>
                <a:spcPts val="0"/>
              </a:spcBef>
              <a:spcAft>
                <a:spcPts val="0"/>
              </a:spcAft>
              <a:buClr>
                <a:srgbClr val="000000"/>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100" name="Google Shape;100;p21"/>
          <p:cNvSpPr/>
          <p:nvPr>
            <p:ph idx="2" type="pic"/>
          </p:nvPr>
        </p:nvSpPr>
        <p:spPr>
          <a:xfrm>
            <a:off x="4884738" y="0"/>
            <a:ext cx="7307262" cy="6858000"/>
          </a:xfrm>
          <a:prstGeom prst="rect">
            <a:avLst/>
          </a:prstGeom>
          <a:noFill/>
          <a:ln>
            <a:noFill/>
          </a:ln>
        </p:spPr>
      </p:sp>
      <p:sp>
        <p:nvSpPr>
          <p:cNvPr id="101" name="Google Shape;101;p21"/>
          <p:cNvSpPr txBox="1"/>
          <p:nvPr>
            <p:ph idx="1" type="body"/>
          </p:nvPr>
        </p:nvSpPr>
        <p:spPr>
          <a:xfrm>
            <a:off x="812800" y="600075"/>
            <a:ext cx="3295940" cy="1200150"/>
          </a:xfrm>
          <a:prstGeom prst="rect">
            <a:avLst/>
          </a:prstGeom>
          <a:noFill/>
          <a:ln>
            <a:noFill/>
          </a:ln>
        </p:spPr>
        <p:txBody>
          <a:bodyPr anchorCtr="0" anchor="ctr" bIns="45700" lIns="45700" spcFirstLastPara="1" rIns="45700" wrap="square" tIns="45700">
            <a:normAutofit/>
          </a:bodyPr>
          <a:lstStyle>
            <a:lvl1pPr indent="-228600" lvl="0" marL="457200" algn="l">
              <a:lnSpc>
                <a:spcPct val="100000"/>
              </a:lnSpc>
              <a:spcBef>
                <a:spcPts val="0"/>
              </a:spcBef>
              <a:spcAft>
                <a:spcPts val="0"/>
              </a:spcAft>
              <a:buClr>
                <a:srgbClr val="5D5D5D"/>
              </a:buClr>
              <a:buSzPts val="3600"/>
              <a:buNone/>
              <a:defRPr sz="3600">
                <a:solidFill>
                  <a:srgbClr val="5D5D5D"/>
                </a:solidFill>
              </a:defRPr>
            </a:lvl1pPr>
            <a:lvl2pPr indent="-342900" lvl="1" marL="914400" algn="l">
              <a:lnSpc>
                <a:spcPct val="90000"/>
              </a:lnSpc>
              <a:spcBef>
                <a:spcPts val="1000"/>
              </a:spcBef>
              <a:spcAft>
                <a:spcPts val="0"/>
              </a:spcAft>
              <a:buClr>
                <a:srgbClr val="5D5D5D"/>
              </a:buClr>
              <a:buSzPts val="1800"/>
              <a:buChar char="•"/>
              <a:defRPr/>
            </a:lvl2pPr>
            <a:lvl3pPr indent="-342900" lvl="2" marL="1371600" algn="l">
              <a:lnSpc>
                <a:spcPct val="90000"/>
              </a:lnSpc>
              <a:spcBef>
                <a:spcPts val="1000"/>
              </a:spcBef>
              <a:spcAft>
                <a:spcPts val="0"/>
              </a:spcAft>
              <a:buClr>
                <a:srgbClr val="5D5D5D"/>
              </a:buClr>
              <a:buSzPts val="1800"/>
              <a:buChar char="•"/>
              <a:defRPr/>
            </a:lvl3pPr>
            <a:lvl4pPr indent="-342900" lvl="3" marL="1828800" algn="l">
              <a:lnSpc>
                <a:spcPct val="90000"/>
              </a:lnSpc>
              <a:spcBef>
                <a:spcPts val="1000"/>
              </a:spcBef>
              <a:spcAft>
                <a:spcPts val="0"/>
              </a:spcAft>
              <a:buClr>
                <a:srgbClr val="5D5D5D"/>
              </a:buClr>
              <a:buSzPts val="1800"/>
              <a:buChar char="•"/>
              <a:defRPr/>
            </a:lvl4pPr>
            <a:lvl5pPr indent="-342900" lvl="4" marL="2286000" algn="l">
              <a:lnSpc>
                <a:spcPct val="90000"/>
              </a:lnSpc>
              <a:spcBef>
                <a:spcPts val="1000"/>
              </a:spcBef>
              <a:spcAft>
                <a:spcPts val="0"/>
              </a:spcAft>
              <a:buClr>
                <a:srgbClr val="5D5D5D"/>
              </a:buClr>
              <a:buSzPts val="1800"/>
              <a:buChar char="•"/>
              <a:defRPr/>
            </a:lvl5pPr>
            <a:lvl6pPr indent="-342900" lvl="5" marL="2743200" algn="l">
              <a:lnSpc>
                <a:spcPct val="90000"/>
              </a:lnSpc>
              <a:spcBef>
                <a:spcPts val="1000"/>
              </a:spcBef>
              <a:spcAft>
                <a:spcPts val="0"/>
              </a:spcAft>
              <a:buClr>
                <a:srgbClr val="000000"/>
              </a:buClr>
              <a:buSzPts val="1800"/>
              <a:buChar char="•"/>
              <a:defRPr/>
            </a:lvl6pPr>
            <a:lvl7pPr indent="-342900" lvl="6" marL="3200400" algn="l">
              <a:lnSpc>
                <a:spcPct val="90000"/>
              </a:lnSpc>
              <a:spcBef>
                <a:spcPts val="1000"/>
              </a:spcBef>
              <a:spcAft>
                <a:spcPts val="0"/>
              </a:spcAft>
              <a:buClr>
                <a:srgbClr val="000000"/>
              </a:buClr>
              <a:buSzPts val="1800"/>
              <a:buChar char="•"/>
              <a:defRPr/>
            </a:lvl7pPr>
            <a:lvl8pPr indent="-342900" lvl="7" marL="3657600" algn="l">
              <a:lnSpc>
                <a:spcPct val="90000"/>
              </a:lnSpc>
              <a:spcBef>
                <a:spcPts val="1000"/>
              </a:spcBef>
              <a:spcAft>
                <a:spcPts val="0"/>
              </a:spcAft>
              <a:buClr>
                <a:srgbClr val="000000"/>
              </a:buClr>
              <a:buSzPts val="1800"/>
              <a:buChar char="•"/>
              <a:defRPr/>
            </a:lvl8pPr>
            <a:lvl9pPr indent="-342900" lvl="8" marL="4114800" algn="l">
              <a:lnSpc>
                <a:spcPct val="90000"/>
              </a:lnSpc>
              <a:spcBef>
                <a:spcPts val="1000"/>
              </a:spcBef>
              <a:spcAft>
                <a:spcPts val="0"/>
              </a:spcAft>
              <a:buClr>
                <a:srgbClr val="000000"/>
              </a:buClr>
              <a:buSzPts val="1800"/>
              <a:buChar char="•"/>
              <a:defRPr/>
            </a:lvl9pPr>
          </a:lstStyle>
          <a:p/>
        </p:txBody>
      </p:sp>
      <p:sp>
        <p:nvSpPr>
          <p:cNvPr id="102" name="Google Shape;102;p21"/>
          <p:cNvSpPr txBox="1"/>
          <p:nvPr>
            <p:ph idx="3" type="body"/>
          </p:nvPr>
        </p:nvSpPr>
        <p:spPr>
          <a:xfrm>
            <a:off x="776288" y="2535238"/>
            <a:ext cx="3332452" cy="1631950"/>
          </a:xfrm>
          <a:prstGeom prst="rect">
            <a:avLst/>
          </a:prstGeom>
          <a:noFill/>
          <a:ln>
            <a:noFill/>
          </a:ln>
        </p:spPr>
        <p:txBody>
          <a:bodyPr anchorCtr="0" anchor="t" bIns="45700" lIns="45700" spcFirstLastPara="1" rIns="45700" wrap="square" tIns="45700">
            <a:normAutofit/>
          </a:bodyPr>
          <a:lstStyle>
            <a:lvl1pPr indent="-228600" lvl="0" marL="457200" algn="l">
              <a:lnSpc>
                <a:spcPct val="100000"/>
              </a:lnSpc>
              <a:spcBef>
                <a:spcPts val="0"/>
              </a:spcBef>
              <a:spcAft>
                <a:spcPts val="0"/>
              </a:spcAft>
              <a:buClr>
                <a:srgbClr val="5D5D5D"/>
              </a:buClr>
              <a:buSzPts val="2000"/>
              <a:buNone/>
              <a:defRPr>
                <a:solidFill>
                  <a:srgbClr val="5D5D5D"/>
                </a:solidFill>
              </a:defRPr>
            </a:lvl1pPr>
            <a:lvl2pPr indent="-342900" lvl="1" marL="914400" algn="l">
              <a:lnSpc>
                <a:spcPct val="90000"/>
              </a:lnSpc>
              <a:spcBef>
                <a:spcPts val="2000"/>
              </a:spcBef>
              <a:spcAft>
                <a:spcPts val="0"/>
              </a:spcAft>
              <a:buClr>
                <a:srgbClr val="5D5D5D"/>
              </a:buClr>
              <a:buSzPts val="1800"/>
              <a:buChar char="•"/>
              <a:defRPr/>
            </a:lvl2pPr>
            <a:lvl3pPr indent="-342900" lvl="2" marL="1371600" algn="l">
              <a:lnSpc>
                <a:spcPct val="90000"/>
              </a:lnSpc>
              <a:spcBef>
                <a:spcPts val="1000"/>
              </a:spcBef>
              <a:spcAft>
                <a:spcPts val="0"/>
              </a:spcAft>
              <a:buClr>
                <a:srgbClr val="5D5D5D"/>
              </a:buClr>
              <a:buSzPts val="1800"/>
              <a:buChar char="•"/>
              <a:defRPr/>
            </a:lvl3pPr>
            <a:lvl4pPr indent="-342900" lvl="3" marL="1828800" algn="l">
              <a:lnSpc>
                <a:spcPct val="90000"/>
              </a:lnSpc>
              <a:spcBef>
                <a:spcPts val="1000"/>
              </a:spcBef>
              <a:spcAft>
                <a:spcPts val="0"/>
              </a:spcAft>
              <a:buClr>
                <a:srgbClr val="5D5D5D"/>
              </a:buClr>
              <a:buSzPts val="1800"/>
              <a:buChar char="•"/>
              <a:defRPr/>
            </a:lvl4pPr>
            <a:lvl5pPr indent="-342900" lvl="4" marL="2286000" algn="l">
              <a:lnSpc>
                <a:spcPct val="90000"/>
              </a:lnSpc>
              <a:spcBef>
                <a:spcPts val="1000"/>
              </a:spcBef>
              <a:spcAft>
                <a:spcPts val="0"/>
              </a:spcAft>
              <a:buClr>
                <a:srgbClr val="5D5D5D"/>
              </a:buClr>
              <a:buSzPts val="1800"/>
              <a:buChar char="•"/>
              <a:defRPr/>
            </a:lvl5pPr>
            <a:lvl6pPr indent="-342900" lvl="5" marL="2743200" algn="l">
              <a:lnSpc>
                <a:spcPct val="90000"/>
              </a:lnSpc>
              <a:spcBef>
                <a:spcPts val="1000"/>
              </a:spcBef>
              <a:spcAft>
                <a:spcPts val="0"/>
              </a:spcAft>
              <a:buClr>
                <a:srgbClr val="000000"/>
              </a:buClr>
              <a:buSzPts val="1800"/>
              <a:buChar char="•"/>
              <a:defRPr/>
            </a:lvl6pPr>
            <a:lvl7pPr indent="-342900" lvl="6" marL="3200400" algn="l">
              <a:lnSpc>
                <a:spcPct val="90000"/>
              </a:lnSpc>
              <a:spcBef>
                <a:spcPts val="1000"/>
              </a:spcBef>
              <a:spcAft>
                <a:spcPts val="0"/>
              </a:spcAft>
              <a:buClr>
                <a:srgbClr val="000000"/>
              </a:buClr>
              <a:buSzPts val="1800"/>
              <a:buChar char="•"/>
              <a:defRPr/>
            </a:lvl7pPr>
            <a:lvl8pPr indent="-342900" lvl="7" marL="3657600" algn="l">
              <a:lnSpc>
                <a:spcPct val="90000"/>
              </a:lnSpc>
              <a:spcBef>
                <a:spcPts val="1000"/>
              </a:spcBef>
              <a:spcAft>
                <a:spcPts val="0"/>
              </a:spcAft>
              <a:buClr>
                <a:srgbClr val="000000"/>
              </a:buClr>
              <a:buSzPts val="1800"/>
              <a:buChar char="•"/>
              <a:defRPr/>
            </a:lvl8pPr>
            <a:lvl9pPr indent="-342900" lvl="8" marL="4114800" algn="l">
              <a:lnSpc>
                <a:spcPct val="90000"/>
              </a:lnSpc>
              <a:spcBef>
                <a:spcPts val="1000"/>
              </a:spcBef>
              <a:spcAft>
                <a:spcPts val="0"/>
              </a:spcAft>
              <a:buClr>
                <a:srgbClr val="000000"/>
              </a:buClr>
              <a:buSzPts val="1800"/>
              <a:buChar char="•"/>
              <a:defRPr/>
            </a:lvl9pPr>
          </a:lstStyle>
          <a:p/>
        </p:txBody>
      </p:sp>
      <p:sp>
        <p:nvSpPr>
          <p:cNvPr id="103" name="Google Shape;103;p21"/>
          <p:cNvSpPr txBox="1"/>
          <p:nvPr>
            <p:ph idx="12" type="sldNum"/>
          </p:nvPr>
        </p:nvSpPr>
        <p:spPr>
          <a:xfrm>
            <a:off x="812800" y="6332948"/>
            <a:ext cx="350415" cy="338554"/>
          </a:xfrm>
          <a:prstGeom prst="rect">
            <a:avLst/>
          </a:prstGeom>
          <a:noFill/>
          <a:ln>
            <a:noFill/>
          </a:ln>
        </p:spPr>
        <p:txBody>
          <a:bodyPr anchorCtr="0" anchor="ctr" bIns="45700" lIns="45700" spcFirstLastPara="1" rIns="45700" wrap="square" tIns="45700">
            <a:spAutoFit/>
          </a:bodyPr>
          <a:lstStyle>
            <a:lvl1pPr indent="0" lvl="0" marL="0" marR="0" algn="r">
              <a:lnSpc>
                <a:spcPct val="100000"/>
              </a:lnSpc>
              <a:spcBef>
                <a:spcPts val="0"/>
              </a:spcBef>
              <a:spcAft>
                <a:spcPts val="0"/>
              </a:spcAft>
              <a:buClr>
                <a:srgbClr val="828282"/>
              </a:buClr>
              <a:buSzPts val="1600"/>
              <a:buFont typeface="Open Sans"/>
              <a:buNone/>
              <a:defRPr b="0" i="0" sz="1600" u="none" cap="none" strike="noStrike">
                <a:solidFill>
                  <a:srgbClr val="828282"/>
                </a:solidFill>
                <a:latin typeface="Open Sans"/>
                <a:ea typeface="Open Sans"/>
                <a:cs typeface="Open Sans"/>
                <a:sym typeface="Open Sans"/>
              </a:defRPr>
            </a:lvl1pPr>
            <a:lvl2pPr indent="0" lvl="1" marL="0" marR="0" algn="r">
              <a:lnSpc>
                <a:spcPct val="100000"/>
              </a:lnSpc>
              <a:spcBef>
                <a:spcPts val="0"/>
              </a:spcBef>
              <a:spcAft>
                <a:spcPts val="0"/>
              </a:spcAft>
              <a:buClr>
                <a:srgbClr val="828282"/>
              </a:buClr>
              <a:buSzPts val="1600"/>
              <a:buFont typeface="Open Sans"/>
              <a:buNone/>
              <a:defRPr b="0" i="0" sz="1600" u="none" cap="none" strike="noStrike">
                <a:solidFill>
                  <a:srgbClr val="828282"/>
                </a:solidFill>
                <a:latin typeface="Open Sans"/>
                <a:ea typeface="Open Sans"/>
                <a:cs typeface="Open Sans"/>
                <a:sym typeface="Open Sans"/>
              </a:defRPr>
            </a:lvl2pPr>
            <a:lvl3pPr indent="0" lvl="2" marL="0" marR="0" algn="r">
              <a:lnSpc>
                <a:spcPct val="100000"/>
              </a:lnSpc>
              <a:spcBef>
                <a:spcPts val="0"/>
              </a:spcBef>
              <a:spcAft>
                <a:spcPts val="0"/>
              </a:spcAft>
              <a:buClr>
                <a:srgbClr val="828282"/>
              </a:buClr>
              <a:buSzPts val="1600"/>
              <a:buFont typeface="Open Sans"/>
              <a:buNone/>
              <a:defRPr b="0" i="0" sz="1600" u="none" cap="none" strike="noStrike">
                <a:solidFill>
                  <a:srgbClr val="828282"/>
                </a:solidFill>
                <a:latin typeface="Open Sans"/>
                <a:ea typeface="Open Sans"/>
                <a:cs typeface="Open Sans"/>
                <a:sym typeface="Open Sans"/>
              </a:defRPr>
            </a:lvl3pPr>
            <a:lvl4pPr indent="0" lvl="3" marL="0" marR="0" algn="r">
              <a:lnSpc>
                <a:spcPct val="100000"/>
              </a:lnSpc>
              <a:spcBef>
                <a:spcPts val="0"/>
              </a:spcBef>
              <a:spcAft>
                <a:spcPts val="0"/>
              </a:spcAft>
              <a:buClr>
                <a:srgbClr val="828282"/>
              </a:buClr>
              <a:buSzPts val="1600"/>
              <a:buFont typeface="Open Sans"/>
              <a:buNone/>
              <a:defRPr b="0" i="0" sz="1600" u="none" cap="none" strike="noStrike">
                <a:solidFill>
                  <a:srgbClr val="828282"/>
                </a:solidFill>
                <a:latin typeface="Open Sans"/>
                <a:ea typeface="Open Sans"/>
                <a:cs typeface="Open Sans"/>
                <a:sym typeface="Open Sans"/>
              </a:defRPr>
            </a:lvl4pPr>
            <a:lvl5pPr indent="0" lvl="4" marL="0" marR="0" algn="r">
              <a:lnSpc>
                <a:spcPct val="100000"/>
              </a:lnSpc>
              <a:spcBef>
                <a:spcPts val="0"/>
              </a:spcBef>
              <a:spcAft>
                <a:spcPts val="0"/>
              </a:spcAft>
              <a:buClr>
                <a:srgbClr val="828282"/>
              </a:buClr>
              <a:buSzPts val="1600"/>
              <a:buFont typeface="Open Sans"/>
              <a:buNone/>
              <a:defRPr b="0" i="0" sz="1600" u="none" cap="none" strike="noStrike">
                <a:solidFill>
                  <a:srgbClr val="828282"/>
                </a:solidFill>
                <a:latin typeface="Open Sans"/>
                <a:ea typeface="Open Sans"/>
                <a:cs typeface="Open Sans"/>
                <a:sym typeface="Open Sans"/>
              </a:defRPr>
            </a:lvl5pPr>
            <a:lvl6pPr indent="0" lvl="5" marL="0" marR="0" algn="r">
              <a:lnSpc>
                <a:spcPct val="100000"/>
              </a:lnSpc>
              <a:spcBef>
                <a:spcPts val="0"/>
              </a:spcBef>
              <a:spcAft>
                <a:spcPts val="0"/>
              </a:spcAft>
              <a:buClr>
                <a:srgbClr val="828282"/>
              </a:buClr>
              <a:buSzPts val="1600"/>
              <a:buFont typeface="Open Sans"/>
              <a:buNone/>
              <a:defRPr b="0" i="0" sz="1600" u="none" cap="none" strike="noStrike">
                <a:solidFill>
                  <a:srgbClr val="828282"/>
                </a:solidFill>
                <a:latin typeface="Open Sans"/>
                <a:ea typeface="Open Sans"/>
                <a:cs typeface="Open Sans"/>
                <a:sym typeface="Open Sans"/>
              </a:defRPr>
            </a:lvl6pPr>
            <a:lvl7pPr indent="0" lvl="6" marL="0" marR="0" algn="r">
              <a:lnSpc>
                <a:spcPct val="100000"/>
              </a:lnSpc>
              <a:spcBef>
                <a:spcPts val="0"/>
              </a:spcBef>
              <a:spcAft>
                <a:spcPts val="0"/>
              </a:spcAft>
              <a:buClr>
                <a:srgbClr val="828282"/>
              </a:buClr>
              <a:buSzPts val="1600"/>
              <a:buFont typeface="Open Sans"/>
              <a:buNone/>
              <a:defRPr b="0" i="0" sz="1600" u="none" cap="none" strike="noStrike">
                <a:solidFill>
                  <a:srgbClr val="828282"/>
                </a:solidFill>
                <a:latin typeface="Open Sans"/>
                <a:ea typeface="Open Sans"/>
                <a:cs typeface="Open Sans"/>
                <a:sym typeface="Open Sans"/>
              </a:defRPr>
            </a:lvl7pPr>
            <a:lvl8pPr indent="0" lvl="7" marL="0" marR="0" algn="r">
              <a:lnSpc>
                <a:spcPct val="100000"/>
              </a:lnSpc>
              <a:spcBef>
                <a:spcPts val="0"/>
              </a:spcBef>
              <a:spcAft>
                <a:spcPts val="0"/>
              </a:spcAft>
              <a:buClr>
                <a:srgbClr val="828282"/>
              </a:buClr>
              <a:buSzPts val="1600"/>
              <a:buFont typeface="Open Sans"/>
              <a:buNone/>
              <a:defRPr b="0" i="0" sz="1600" u="none" cap="none" strike="noStrike">
                <a:solidFill>
                  <a:srgbClr val="828282"/>
                </a:solidFill>
                <a:latin typeface="Open Sans"/>
                <a:ea typeface="Open Sans"/>
                <a:cs typeface="Open Sans"/>
                <a:sym typeface="Open Sans"/>
              </a:defRPr>
            </a:lvl8pPr>
            <a:lvl9pPr indent="0" lvl="8" marL="0" marR="0" algn="r">
              <a:lnSpc>
                <a:spcPct val="100000"/>
              </a:lnSpc>
              <a:spcBef>
                <a:spcPts val="0"/>
              </a:spcBef>
              <a:spcAft>
                <a:spcPts val="0"/>
              </a:spcAft>
              <a:buClr>
                <a:srgbClr val="828282"/>
              </a:buClr>
              <a:buSzPts val="1600"/>
              <a:buFont typeface="Open Sans"/>
              <a:buNone/>
              <a:defRPr b="0" i="0" sz="1600" u="none" cap="none" strike="noStrike">
                <a:solidFill>
                  <a:srgbClr val="828282"/>
                </a:solidFill>
                <a:latin typeface="Open Sans"/>
                <a:ea typeface="Open Sans"/>
                <a:cs typeface="Open Sans"/>
                <a:sym typeface="Open Sans"/>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lumn and Image">
  <p:cSld name="Column and Image">
    <p:spTree>
      <p:nvGrpSpPr>
        <p:cNvPr id="104" name="Shape 104"/>
        <p:cNvGrpSpPr/>
        <p:nvPr/>
      </p:nvGrpSpPr>
      <p:grpSpPr>
        <a:xfrm>
          <a:off x="0" y="0"/>
          <a:ext cx="0" cy="0"/>
          <a:chOff x="0" y="0"/>
          <a:chExt cx="0" cy="0"/>
        </a:xfrm>
      </p:grpSpPr>
      <p:cxnSp>
        <p:nvCxnSpPr>
          <p:cNvPr id="105" name="Google Shape;105;p22"/>
          <p:cNvCxnSpPr/>
          <p:nvPr/>
        </p:nvCxnSpPr>
        <p:spPr>
          <a:xfrm>
            <a:off x="813071" y="2001772"/>
            <a:ext cx="3295669" cy="0"/>
          </a:xfrm>
          <a:prstGeom prst="straightConnector1">
            <a:avLst/>
          </a:prstGeom>
          <a:noFill/>
          <a:ln cap="flat" cmpd="sng" w="12700">
            <a:solidFill>
              <a:srgbClr val="A5A5A5"/>
            </a:solidFill>
            <a:prstDash val="solid"/>
            <a:miter lim="800000"/>
            <a:headEnd len="sm" w="sm" type="none"/>
            <a:tailEnd len="sm" w="sm" type="none"/>
          </a:ln>
        </p:spPr>
      </p:cxnSp>
      <p:pic>
        <p:nvPicPr>
          <p:cNvPr id="106" name="Google Shape;106;p22"/>
          <p:cNvPicPr preferRelativeResize="0"/>
          <p:nvPr/>
        </p:nvPicPr>
        <p:blipFill rotWithShape="1">
          <a:blip r:embed="rId2">
            <a:alphaModFix/>
          </a:blip>
          <a:srcRect b="0" l="0" r="0" t="0"/>
          <a:stretch/>
        </p:blipFill>
        <p:spPr>
          <a:xfrm>
            <a:off x="8984784" y="6375748"/>
            <a:ext cx="2877363" cy="252955"/>
          </a:xfrm>
          <a:prstGeom prst="rect">
            <a:avLst/>
          </a:prstGeom>
          <a:noFill/>
          <a:ln>
            <a:noFill/>
          </a:ln>
        </p:spPr>
      </p:pic>
      <p:sp>
        <p:nvSpPr>
          <p:cNvPr id="107" name="Google Shape;107;p22"/>
          <p:cNvSpPr txBox="1"/>
          <p:nvPr>
            <p:ph idx="1" type="body"/>
          </p:nvPr>
        </p:nvSpPr>
        <p:spPr>
          <a:xfrm>
            <a:off x="812800" y="600075"/>
            <a:ext cx="3295940" cy="1200150"/>
          </a:xfrm>
          <a:prstGeom prst="rect">
            <a:avLst/>
          </a:prstGeom>
          <a:noFill/>
          <a:ln>
            <a:noFill/>
          </a:ln>
        </p:spPr>
        <p:txBody>
          <a:bodyPr anchorCtr="0" anchor="ctr" bIns="45700" lIns="45700" spcFirstLastPara="1" rIns="45700" wrap="square" tIns="45700">
            <a:normAutofit/>
          </a:bodyPr>
          <a:lstStyle>
            <a:lvl1pPr indent="-228600" lvl="0" marL="457200" algn="l">
              <a:lnSpc>
                <a:spcPct val="100000"/>
              </a:lnSpc>
              <a:spcBef>
                <a:spcPts val="0"/>
              </a:spcBef>
              <a:spcAft>
                <a:spcPts val="0"/>
              </a:spcAft>
              <a:buClr>
                <a:srgbClr val="5D5D5D"/>
              </a:buClr>
              <a:buSzPts val="3600"/>
              <a:buNone/>
              <a:defRPr sz="3600">
                <a:solidFill>
                  <a:srgbClr val="5D5D5D"/>
                </a:solidFill>
              </a:defRPr>
            </a:lvl1pPr>
            <a:lvl2pPr indent="-342900" lvl="1" marL="914400" algn="l">
              <a:lnSpc>
                <a:spcPct val="90000"/>
              </a:lnSpc>
              <a:spcBef>
                <a:spcPts val="1000"/>
              </a:spcBef>
              <a:spcAft>
                <a:spcPts val="0"/>
              </a:spcAft>
              <a:buClr>
                <a:srgbClr val="5D5D5D"/>
              </a:buClr>
              <a:buSzPts val="1800"/>
              <a:buChar char="•"/>
              <a:defRPr/>
            </a:lvl2pPr>
            <a:lvl3pPr indent="-342900" lvl="2" marL="1371600" algn="l">
              <a:lnSpc>
                <a:spcPct val="90000"/>
              </a:lnSpc>
              <a:spcBef>
                <a:spcPts val="1000"/>
              </a:spcBef>
              <a:spcAft>
                <a:spcPts val="0"/>
              </a:spcAft>
              <a:buClr>
                <a:srgbClr val="5D5D5D"/>
              </a:buClr>
              <a:buSzPts val="1800"/>
              <a:buChar char="•"/>
              <a:defRPr/>
            </a:lvl3pPr>
            <a:lvl4pPr indent="-342900" lvl="3" marL="1828800" algn="l">
              <a:lnSpc>
                <a:spcPct val="90000"/>
              </a:lnSpc>
              <a:spcBef>
                <a:spcPts val="1000"/>
              </a:spcBef>
              <a:spcAft>
                <a:spcPts val="0"/>
              </a:spcAft>
              <a:buClr>
                <a:srgbClr val="5D5D5D"/>
              </a:buClr>
              <a:buSzPts val="1800"/>
              <a:buChar char="•"/>
              <a:defRPr/>
            </a:lvl4pPr>
            <a:lvl5pPr indent="-342900" lvl="4" marL="2286000" algn="l">
              <a:lnSpc>
                <a:spcPct val="90000"/>
              </a:lnSpc>
              <a:spcBef>
                <a:spcPts val="1000"/>
              </a:spcBef>
              <a:spcAft>
                <a:spcPts val="0"/>
              </a:spcAft>
              <a:buClr>
                <a:srgbClr val="5D5D5D"/>
              </a:buClr>
              <a:buSzPts val="1800"/>
              <a:buChar char="•"/>
              <a:defRPr/>
            </a:lvl5pPr>
            <a:lvl6pPr indent="-342900" lvl="5" marL="2743200" algn="l">
              <a:lnSpc>
                <a:spcPct val="90000"/>
              </a:lnSpc>
              <a:spcBef>
                <a:spcPts val="1000"/>
              </a:spcBef>
              <a:spcAft>
                <a:spcPts val="0"/>
              </a:spcAft>
              <a:buClr>
                <a:srgbClr val="000000"/>
              </a:buClr>
              <a:buSzPts val="1800"/>
              <a:buChar char="•"/>
              <a:defRPr/>
            </a:lvl6pPr>
            <a:lvl7pPr indent="-342900" lvl="6" marL="3200400" algn="l">
              <a:lnSpc>
                <a:spcPct val="90000"/>
              </a:lnSpc>
              <a:spcBef>
                <a:spcPts val="1000"/>
              </a:spcBef>
              <a:spcAft>
                <a:spcPts val="0"/>
              </a:spcAft>
              <a:buClr>
                <a:srgbClr val="000000"/>
              </a:buClr>
              <a:buSzPts val="1800"/>
              <a:buChar char="•"/>
              <a:defRPr/>
            </a:lvl7pPr>
            <a:lvl8pPr indent="-342900" lvl="7" marL="3657600" algn="l">
              <a:lnSpc>
                <a:spcPct val="90000"/>
              </a:lnSpc>
              <a:spcBef>
                <a:spcPts val="1000"/>
              </a:spcBef>
              <a:spcAft>
                <a:spcPts val="0"/>
              </a:spcAft>
              <a:buClr>
                <a:srgbClr val="000000"/>
              </a:buClr>
              <a:buSzPts val="1800"/>
              <a:buChar char="•"/>
              <a:defRPr/>
            </a:lvl8pPr>
            <a:lvl9pPr indent="-342900" lvl="8" marL="4114800" algn="l">
              <a:lnSpc>
                <a:spcPct val="90000"/>
              </a:lnSpc>
              <a:spcBef>
                <a:spcPts val="1000"/>
              </a:spcBef>
              <a:spcAft>
                <a:spcPts val="0"/>
              </a:spcAft>
              <a:buClr>
                <a:srgbClr val="000000"/>
              </a:buClr>
              <a:buSzPts val="1800"/>
              <a:buChar char="•"/>
              <a:defRPr/>
            </a:lvl9pPr>
          </a:lstStyle>
          <a:p/>
        </p:txBody>
      </p:sp>
      <p:sp>
        <p:nvSpPr>
          <p:cNvPr id="108" name="Google Shape;108;p22"/>
          <p:cNvSpPr txBox="1"/>
          <p:nvPr>
            <p:ph idx="2" type="body"/>
          </p:nvPr>
        </p:nvSpPr>
        <p:spPr>
          <a:xfrm>
            <a:off x="776288" y="2535238"/>
            <a:ext cx="3332452" cy="3036888"/>
          </a:xfrm>
          <a:prstGeom prst="rect">
            <a:avLst/>
          </a:prstGeom>
          <a:noFill/>
          <a:ln>
            <a:noFill/>
          </a:ln>
        </p:spPr>
        <p:txBody>
          <a:bodyPr anchorCtr="0" anchor="t" bIns="45700" lIns="45700" spcFirstLastPara="1" rIns="45700" wrap="square" tIns="45700">
            <a:normAutofit/>
          </a:bodyPr>
          <a:lstStyle>
            <a:lvl1pPr indent="-228600" lvl="0" marL="457200" algn="l">
              <a:lnSpc>
                <a:spcPct val="100000"/>
              </a:lnSpc>
              <a:spcBef>
                <a:spcPts val="0"/>
              </a:spcBef>
              <a:spcAft>
                <a:spcPts val="0"/>
              </a:spcAft>
              <a:buClr>
                <a:srgbClr val="5D5D5D"/>
              </a:buClr>
              <a:buSzPts val="2000"/>
              <a:buNone/>
              <a:defRPr>
                <a:solidFill>
                  <a:srgbClr val="5D5D5D"/>
                </a:solidFill>
              </a:defRPr>
            </a:lvl1pPr>
            <a:lvl2pPr indent="-342900" lvl="1" marL="914400" algn="l">
              <a:lnSpc>
                <a:spcPct val="90000"/>
              </a:lnSpc>
              <a:spcBef>
                <a:spcPts val="2000"/>
              </a:spcBef>
              <a:spcAft>
                <a:spcPts val="0"/>
              </a:spcAft>
              <a:buClr>
                <a:srgbClr val="5D5D5D"/>
              </a:buClr>
              <a:buSzPts val="1800"/>
              <a:buChar char="•"/>
              <a:defRPr/>
            </a:lvl2pPr>
            <a:lvl3pPr indent="-342900" lvl="2" marL="1371600" algn="l">
              <a:lnSpc>
                <a:spcPct val="90000"/>
              </a:lnSpc>
              <a:spcBef>
                <a:spcPts val="1000"/>
              </a:spcBef>
              <a:spcAft>
                <a:spcPts val="0"/>
              </a:spcAft>
              <a:buClr>
                <a:srgbClr val="5D5D5D"/>
              </a:buClr>
              <a:buSzPts val="1800"/>
              <a:buChar char="•"/>
              <a:defRPr/>
            </a:lvl3pPr>
            <a:lvl4pPr indent="-342900" lvl="3" marL="1828800" algn="l">
              <a:lnSpc>
                <a:spcPct val="90000"/>
              </a:lnSpc>
              <a:spcBef>
                <a:spcPts val="1000"/>
              </a:spcBef>
              <a:spcAft>
                <a:spcPts val="0"/>
              </a:spcAft>
              <a:buClr>
                <a:srgbClr val="5D5D5D"/>
              </a:buClr>
              <a:buSzPts val="1800"/>
              <a:buChar char="•"/>
              <a:defRPr/>
            </a:lvl4pPr>
            <a:lvl5pPr indent="-342900" lvl="4" marL="2286000" algn="l">
              <a:lnSpc>
                <a:spcPct val="90000"/>
              </a:lnSpc>
              <a:spcBef>
                <a:spcPts val="1000"/>
              </a:spcBef>
              <a:spcAft>
                <a:spcPts val="0"/>
              </a:spcAft>
              <a:buClr>
                <a:srgbClr val="5D5D5D"/>
              </a:buClr>
              <a:buSzPts val="1800"/>
              <a:buChar char="•"/>
              <a:defRPr/>
            </a:lvl5pPr>
            <a:lvl6pPr indent="-342900" lvl="5" marL="2743200" algn="l">
              <a:lnSpc>
                <a:spcPct val="90000"/>
              </a:lnSpc>
              <a:spcBef>
                <a:spcPts val="1000"/>
              </a:spcBef>
              <a:spcAft>
                <a:spcPts val="0"/>
              </a:spcAft>
              <a:buClr>
                <a:srgbClr val="000000"/>
              </a:buClr>
              <a:buSzPts val="1800"/>
              <a:buChar char="•"/>
              <a:defRPr/>
            </a:lvl6pPr>
            <a:lvl7pPr indent="-342900" lvl="6" marL="3200400" algn="l">
              <a:lnSpc>
                <a:spcPct val="90000"/>
              </a:lnSpc>
              <a:spcBef>
                <a:spcPts val="1000"/>
              </a:spcBef>
              <a:spcAft>
                <a:spcPts val="0"/>
              </a:spcAft>
              <a:buClr>
                <a:srgbClr val="000000"/>
              </a:buClr>
              <a:buSzPts val="1800"/>
              <a:buChar char="•"/>
              <a:defRPr/>
            </a:lvl7pPr>
            <a:lvl8pPr indent="-342900" lvl="7" marL="3657600" algn="l">
              <a:lnSpc>
                <a:spcPct val="90000"/>
              </a:lnSpc>
              <a:spcBef>
                <a:spcPts val="1000"/>
              </a:spcBef>
              <a:spcAft>
                <a:spcPts val="0"/>
              </a:spcAft>
              <a:buClr>
                <a:srgbClr val="000000"/>
              </a:buClr>
              <a:buSzPts val="1800"/>
              <a:buChar char="•"/>
              <a:defRPr/>
            </a:lvl8pPr>
            <a:lvl9pPr indent="-342900" lvl="8" marL="4114800" algn="l">
              <a:lnSpc>
                <a:spcPct val="90000"/>
              </a:lnSpc>
              <a:spcBef>
                <a:spcPts val="1000"/>
              </a:spcBef>
              <a:spcAft>
                <a:spcPts val="0"/>
              </a:spcAft>
              <a:buClr>
                <a:srgbClr val="000000"/>
              </a:buClr>
              <a:buSzPts val="1800"/>
              <a:buChar char="•"/>
              <a:defRPr/>
            </a:lvl9pPr>
          </a:lstStyle>
          <a:p/>
        </p:txBody>
      </p:sp>
      <p:sp>
        <p:nvSpPr>
          <p:cNvPr id="109" name="Google Shape;109;p22"/>
          <p:cNvSpPr/>
          <p:nvPr>
            <p:ph idx="3" type="pic"/>
          </p:nvPr>
        </p:nvSpPr>
        <p:spPr>
          <a:xfrm>
            <a:off x="4884738" y="1190625"/>
            <a:ext cx="6977409" cy="5127626"/>
          </a:xfrm>
          <a:prstGeom prst="rect">
            <a:avLst/>
          </a:prstGeom>
          <a:noFill/>
          <a:ln>
            <a:noFill/>
          </a:ln>
        </p:spPr>
      </p:sp>
      <p:sp>
        <p:nvSpPr>
          <p:cNvPr id="110" name="Google Shape;110;p22"/>
          <p:cNvSpPr txBox="1"/>
          <p:nvPr>
            <p:ph idx="12" type="sldNum"/>
          </p:nvPr>
        </p:nvSpPr>
        <p:spPr>
          <a:xfrm>
            <a:off x="810122" y="6332948"/>
            <a:ext cx="350415" cy="338554"/>
          </a:xfrm>
          <a:prstGeom prst="rect">
            <a:avLst/>
          </a:prstGeom>
          <a:noFill/>
          <a:ln>
            <a:noFill/>
          </a:ln>
        </p:spPr>
        <p:txBody>
          <a:bodyPr anchorCtr="0" anchor="ctr" bIns="45700" lIns="45700" spcFirstLastPara="1" rIns="45700" wrap="square" tIns="45700">
            <a:spAutoFit/>
          </a:bodyPr>
          <a:lstStyle>
            <a:lvl1pPr indent="0" lvl="0" marL="0" marR="0" algn="r">
              <a:lnSpc>
                <a:spcPct val="100000"/>
              </a:lnSpc>
              <a:spcBef>
                <a:spcPts val="0"/>
              </a:spcBef>
              <a:spcAft>
                <a:spcPts val="0"/>
              </a:spcAft>
              <a:buClr>
                <a:srgbClr val="828282"/>
              </a:buClr>
              <a:buSzPts val="1600"/>
              <a:buFont typeface="Open Sans"/>
              <a:buNone/>
              <a:defRPr b="0" i="0" sz="1600" u="none" cap="none" strike="noStrike">
                <a:solidFill>
                  <a:srgbClr val="828282"/>
                </a:solidFill>
                <a:latin typeface="Open Sans"/>
                <a:ea typeface="Open Sans"/>
                <a:cs typeface="Open Sans"/>
                <a:sym typeface="Open Sans"/>
              </a:defRPr>
            </a:lvl1pPr>
            <a:lvl2pPr indent="0" lvl="1" marL="0" marR="0" algn="r">
              <a:lnSpc>
                <a:spcPct val="100000"/>
              </a:lnSpc>
              <a:spcBef>
                <a:spcPts val="0"/>
              </a:spcBef>
              <a:spcAft>
                <a:spcPts val="0"/>
              </a:spcAft>
              <a:buClr>
                <a:srgbClr val="828282"/>
              </a:buClr>
              <a:buSzPts val="1600"/>
              <a:buFont typeface="Open Sans"/>
              <a:buNone/>
              <a:defRPr b="0" i="0" sz="1600" u="none" cap="none" strike="noStrike">
                <a:solidFill>
                  <a:srgbClr val="828282"/>
                </a:solidFill>
                <a:latin typeface="Open Sans"/>
                <a:ea typeface="Open Sans"/>
                <a:cs typeface="Open Sans"/>
                <a:sym typeface="Open Sans"/>
              </a:defRPr>
            </a:lvl2pPr>
            <a:lvl3pPr indent="0" lvl="2" marL="0" marR="0" algn="r">
              <a:lnSpc>
                <a:spcPct val="100000"/>
              </a:lnSpc>
              <a:spcBef>
                <a:spcPts val="0"/>
              </a:spcBef>
              <a:spcAft>
                <a:spcPts val="0"/>
              </a:spcAft>
              <a:buClr>
                <a:srgbClr val="828282"/>
              </a:buClr>
              <a:buSzPts val="1600"/>
              <a:buFont typeface="Open Sans"/>
              <a:buNone/>
              <a:defRPr b="0" i="0" sz="1600" u="none" cap="none" strike="noStrike">
                <a:solidFill>
                  <a:srgbClr val="828282"/>
                </a:solidFill>
                <a:latin typeface="Open Sans"/>
                <a:ea typeface="Open Sans"/>
                <a:cs typeface="Open Sans"/>
                <a:sym typeface="Open Sans"/>
              </a:defRPr>
            </a:lvl3pPr>
            <a:lvl4pPr indent="0" lvl="3" marL="0" marR="0" algn="r">
              <a:lnSpc>
                <a:spcPct val="100000"/>
              </a:lnSpc>
              <a:spcBef>
                <a:spcPts val="0"/>
              </a:spcBef>
              <a:spcAft>
                <a:spcPts val="0"/>
              </a:spcAft>
              <a:buClr>
                <a:srgbClr val="828282"/>
              </a:buClr>
              <a:buSzPts val="1600"/>
              <a:buFont typeface="Open Sans"/>
              <a:buNone/>
              <a:defRPr b="0" i="0" sz="1600" u="none" cap="none" strike="noStrike">
                <a:solidFill>
                  <a:srgbClr val="828282"/>
                </a:solidFill>
                <a:latin typeface="Open Sans"/>
                <a:ea typeface="Open Sans"/>
                <a:cs typeface="Open Sans"/>
                <a:sym typeface="Open Sans"/>
              </a:defRPr>
            </a:lvl4pPr>
            <a:lvl5pPr indent="0" lvl="4" marL="0" marR="0" algn="r">
              <a:lnSpc>
                <a:spcPct val="100000"/>
              </a:lnSpc>
              <a:spcBef>
                <a:spcPts val="0"/>
              </a:spcBef>
              <a:spcAft>
                <a:spcPts val="0"/>
              </a:spcAft>
              <a:buClr>
                <a:srgbClr val="828282"/>
              </a:buClr>
              <a:buSzPts val="1600"/>
              <a:buFont typeface="Open Sans"/>
              <a:buNone/>
              <a:defRPr b="0" i="0" sz="1600" u="none" cap="none" strike="noStrike">
                <a:solidFill>
                  <a:srgbClr val="828282"/>
                </a:solidFill>
                <a:latin typeface="Open Sans"/>
                <a:ea typeface="Open Sans"/>
                <a:cs typeface="Open Sans"/>
                <a:sym typeface="Open Sans"/>
              </a:defRPr>
            </a:lvl5pPr>
            <a:lvl6pPr indent="0" lvl="5" marL="0" marR="0" algn="r">
              <a:lnSpc>
                <a:spcPct val="100000"/>
              </a:lnSpc>
              <a:spcBef>
                <a:spcPts val="0"/>
              </a:spcBef>
              <a:spcAft>
                <a:spcPts val="0"/>
              </a:spcAft>
              <a:buClr>
                <a:srgbClr val="828282"/>
              </a:buClr>
              <a:buSzPts val="1600"/>
              <a:buFont typeface="Open Sans"/>
              <a:buNone/>
              <a:defRPr b="0" i="0" sz="1600" u="none" cap="none" strike="noStrike">
                <a:solidFill>
                  <a:srgbClr val="828282"/>
                </a:solidFill>
                <a:latin typeface="Open Sans"/>
                <a:ea typeface="Open Sans"/>
                <a:cs typeface="Open Sans"/>
                <a:sym typeface="Open Sans"/>
              </a:defRPr>
            </a:lvl6pPr>
            <a:lvl7pPr indent="0" lvl="6" marL="0" marR="0" algn="r">
              <a:lnSpc>
                <a:spcPct val="100000"/>
              </a:lnSpc>
              <a:spcBef>
                <a:spcPts val="0"/>
              </a:spcBef>
              <a:spcAft>
                <a:spcPts val="0"/>
              </a:spcAft>
              <a:buClr>
                <a:srgbClr val="828282"/>
              </a:buClr>
              <a:buSzPts val="1600"/>
              <a:buFont typeface="Open Sans"/>
              <a:buNone/>
              <a:defRPr b="0" i="0" sz="1600" u="none" cap="none" strike="noStrike">
                <a:solidFill>
                  <a:srgbClr val="828282"/>
                </a:solidFill>
                <a:latin typeface="Open Sans"/>
                <a:ea typeface="Open Sans"/>
                <a:cs typeface="Open Sans"/>
                <a:sym typeface="Open Sans"/>
              </a:defRPr>
            </a:lvl7pPr>
            <a:lvl8pPr indent="0" lvl="7" marL="0" marR="0" algn="r">
              <a:lnSpc>
                <a:spcPct val="100000"/>
              </a:lnSpc>
              <a:spcBef>
                <a:spcPts val="0"/>
              </a:spcBef>
              <a:spcAft>
                <a:spcPts val="0"/>
              </a:spcAft>
              <a:buClr>
                <a:srgbClr val="828282"/>
              </a:buClr>
              <a:buSzPts val="1600"/>
              <a:buFont typeface="Open Sans"/>
              <a:buNone/>
              <a:defRPr b="0" i="0" sz="1600" u="none" cap="none" strike="noStrike">
                <a:solidFill>
                  <a:srgbClr val="828282"/>
                </a:solidFill>
                <a:latin typeface="Open Sans"/>
                <a:ea typeface="Open Sans"/>
                <a:cs typeface="Open Sans"/>
                <a:sym typeface="Open Sans"/>
              </a:defRPr>
            </a:lvl8pPr>
            <a:lvl9pPr indent="0" lvl="8" marL="0" marR="0" algn="r">
              <a:lnSpc>
                <a:spcPct val="100000"/>
              </a:lnSpc>
              <a:spcBef>
                <a:spcPts val="0"/>
              </a:spcBef>
              <a:spcAft>
                <a:spcPts val="0"/>
              </a:spcAft>
              <a:buClr>
                <a:srgbClr val="828282"/>
              </a:buClr>
              <a:buSzPts val="1600"/>
              <a:buFont typeface="Open Sans"/>
              <a:buNone/>
              <a:defRPr b="0" i="0" sz="1600" u="none" cap="none" strike="noStrike">
                <a:solidFill>
                  <a:srgbClr val="828282"/>
                </a:solidFill>
                <a:latin typeface="Open Sans"/>
                <a:ea typeface="Open Sans"/>
                <a:cs typeface="Open Sans"/>
                <a:sym typeface="Open Sans"/>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Full-Slide Photo">
  <p:cSld name="Full-Slide Photo">
    <p:spTree>
      <p:nvGrpSpPr>
        <p:cNvPr id="111" name="Shape 111"/>
        <p:cNvGrpSpPr/>
        <p:nvPr/>
      </p:nvGrpSpPr>
      <p:grpSpPr>
        <a:xfrm>
          <a:off x="0" y="0"/>
          <a:ext cx="0" cy="0"/>
          <a:chOff x="0" y="0"/>
          <a:chExt cx="0" cy="0"/>
        </a:xfrm>
      </p:grpSpPr>
      <p:sp>
        <p:nvSpPr>
          <p:cNvPr id="112" name="Google Shape;112;p23"/>
          <p:cNvSpPr/>
          <p:nvPr>
            <p:ph idx="2" type="pic"/>
          </p:nvPr>
        </p:nvSpPr>
        <p:spPr>
          <a:xfrm>
            <a:off x="0" y="0"/>
            <a:ext cx="12192000" cy="6858000"/>
          </a:xfrm>
          <a:prstGeom prst="rect">
            <a:avLst/>
          </a:prstGeom>
          <a:noFill/>
          <a:ln>
            <a:noFill/>
          </a:ln>
        </p:spPr>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3-Column Photo &amp; Text">
  <p:cSld name="3-Column Photo &amp; Text">
    <p:spTree>
      <p:nvGrpSpPr>
        <p:cNvPr id="113" name="Shape 113"/>
        <p:cNvGrpSpPr/>
        <p:nvPr/>
      </p:nvGrpSpPr>
      <p:grpSpPr>
        <a:xfrm>
          <a:off x="0" y="0"/>
          <a:ext cx="0" cy="0"/>
          <a:chOff x="0" y="0"/>
          <a:chExt cx="0" cy="0"/>
        </a:xfrm>
      </p:grpSpPr>
      <p:sp>
        <p:nvSpPr>
          <p:cNvPr id="114" name="Google Shape;114;p24"/>
          <p:cNvSpPr/>
          <p:nvPr/>
        </p:nvSpPr>
        <p:spPr>
          <a:xfrm>
            <a:off x="4186479" y="134938"/>
            <a:ext cx="3862775" cy="6595235"/>
          </a:xfrm>
          <a:prstGeom prst="rect">
            <a:avLst/>
          </a:prstGeom>
          <a:solidFill>
            <a:srgbClr val="BFBFBF"/>
          </a:solidFill>
          <a:ln>
            <a:noFill/>
          </a:ln>
        </p:spPr>
        <p:txBody>
          <a:bodyPr anchorCtr="0" anchor="ctr" bIns="45700" lIns="45700" spcFirstLastPara="1" rIns="45700" wrap="square" tIns="45700">
            <a:spAutoFit/>
          </a:bodyPr>
          <a:lstStyle/>
          <a:p>
            <a:pPr indent="0" lvl="0" marL="0" marR="0" rtl="0" algn="l">
              <a:lnSpc>
                <a:spcPct val="100000"/>
              </a:lnSpc>
              <a:spcBef>
                <a:spcPts val="0"/>
              </a:spcBef>
              <a:spcAft>
                <a:spcPts val="0"/>
              </a:spcAft>
              <a:buClr>
                <a:srgbClr val="000000"/>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115" name="Google Shape;115;p24"/>
          <p:cNvSpPr/>
          <p:nvPr/>
        </p:nvSpPr>
        <p:spPr>
          <a:xfrm>
            <a:off x="8184191" y="134938"/>
            <a:ext cx="3862775" cy="6595235"/>
          </a:xfrm>
          <a:prstGeom prst="rect">
            <a:avLst/>
          </a:prstGeom>
          <a:solidFill>
            <a:srgbClr val="BFBFBF"/>
          </a:solidFill>
          <a:ln>
            <a:noFill/>
          </a:ln>
        </p:spPr>
        <p:txBody>
          <a:bodyPr anchorCtr="0" anchor="ctr" bIns="45700" lIns="45700" spcFirstLastPara="1" rIns="45700" wrap="square" tIns="45700">
            <a:spAutoFit/>
          </a:bodyPr>
          <a:lstStyle/>
          <a:p>
            <a:pPr indent="0" lvl="0" marL="0" marR="0" rtl="0" algn="l">
              <a:lnSpc>
                <a:spcPct val="100000"/>
              </a:lnSpc>
              <a:spcBef>
                <a:spcPts val="0"/>
              </a:spcBef>
              <a:spcAft>
                <a:spcPts val="0"/>
              </a:spcAft>
              <a:buClr>
                <a:srgbClr val="000000"/>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116" name="Google Shape;116;p24"/>
          <p:cNvSpPr/>
          <p:nvPr/>
        </p:nvSpPr>
        <p:spPr>
          <a:xfrm>
            <a:off x="166464" y="134938"/>
            <a:ext cx="3885077" cy="6595235"/>
          </a:xfrm>
          <a:prstGeom prst="rect">
            <a:avLst/>
          </a:prstGeom>
          <a:solidFill>
            <a:srgbClr val="BFBFBF"/>
          </a:solidFill>
          <a:ln>
            <a:noFill/>
          </a:ln>
        </p:spPr>
        <p:txBody>
          <a:bodyPr anchorCtr="0" anchor="ctr" bIns="45700" lIns="45700" spcFirstLastPara="1" rIns="45700" wrap="square" tIns="45700">
            <a:spAutoFit/>
          </a:bodyPr>
          <a:lstStyle/>
          <a:p>
            <a:pPr indent="0" lvl="0" marL="0" marR="0" rtl="0" algn="l">
              <a:lnSpc>
                <a:spcPct val="100000"/>
              </a:lnSpc>
              <a:spcBef>
                <a:spcPts val="0"/>
              </a:spcBef>
              <a:spcAft>
                <a:spcPts val="0"/>
              </a:spcAft>
              <a:buClr>
                <a:srgbClr val="000000"/>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117" name="Google Shape;117;p24"/>
          <p:cNvSpPr txBox="1"/>
          <p:nvPr>
            <p:ph idx="1" type="body"/>
          </p:nvPr>
        </p:nvSpPr>
        <p:spPr>
          <a:xfrm>
            <a:off x="166688" y="134938"/>
            <a:ext cx="3884612" cy="6596062"/>
          </a:xfrm>
          <a:prstGeom prst="rect">
            <a:avLst/>
          </a:prstGeom>
          <a:noFill/>
          <a:ln>
            <a:noFill/>
          </a:ln>
        </p:spPr>
        <p:txBody>
          <a:bodyPr anchorCtr="0" anchor="ctr" bIns="45700" lIns="45700" spcFirstLastPara="1" rIns="45700" wrap="square" tIns="45700">
            <a:normAutofit/>
          </a:bodyPr>
          <a:lstStyle>
            <a:lvl1pPr indent="-228600" lvl="0" marL="457200" algn="l">
              <a:lnSpc>
                <a:spcPct val="90000"/>
              </a:lnSpc>
              <a:spcBef>
                <a:spcPts val="1000"/>
              </a:spcBef>
              <a:spcAft>
                <a:spcPts val="0"/>
              </a:spcAft>
              <a:buClr>
                <a:srgbClr val="828282"/>
              </a:buClr>
              <a:buSzPts val="2000"/>
              <a:buNone/>
              <a:defRPr>
                <a:solidFill>
                  <a:srgbClr val="828282"/>
                </a:solidFill>
              </a:defRPr>
            </a:lvl1pPr>
            <a:lvl2pPr indent="-342900" lvl="1" marL="914400" algn="l">
              <a:lnSpc>
                <a:spcPct val="90000"/>
              </a:lnSpc>
              <a:spcBef>
                <a:spcPts val="1000"/>
              </a:spcBef>
              <a:spcAft>
                <a:spcPts val="0"/>
              </a:spcAft>
              <a:buClr>
                <a:srgbClr val="5D5D5D"/>
              </a:buClr>
              <a:buSzPts val="1800"/>
              <a:buChar char="•"/>
              <a:defRPr/>
            </a:lvl2pPr>
            <a:lvl3pPr indent="-342900" lvl="2" marL="1371600" algn="l">
              <a:lnSpc>
                <a:spcPct val="90000"/>
              </a:lnSpc>
              <a:spcBef>
                <a:spcPts val="1000"/>
              </a:spcBef>
              <a:spcAft>
                <a:spcPts val="0"/>
              </a:spcAft>
              <a:buClr>
                <a:srgbClr val="5D5D5D"/>
              </a:buClr>
              <a:buSzPts val="1800"/>
              <a:buChar char="•"/>
              <a:defRPr/>
            </a:lvl3pPr>
            <a:lvl4pPr indent="-342900" lvl="3" marL="1828800" algn="l">
              <a:lnSpc>
                <a:spcPct val="90000"/>
              </a:lnSpc>
              <a:spcBef>
                <a:spcPts val="1000"/>
              </a:spcBef>
              <a:spcAft>
                <a:spcPts val="0"/>
              </a:spcAft>
              <a:buClr>
                <a:srgbClr val="5D5D5D"/>
              </a:buClr>
              <a:buSzPts val="1800"/>
              <a:buChar char="•"/>
              <a:defRPr/>
            </a:lvl4pPr>
            <a:lvl5pPr indent="-342900" lvl="4" marL="2286000" algn="l">
              <a:lnSpc>
                <a:spcPct val="90000"/>
              </a:lnSpc>
              <a:spcBef>
                <a:spcPts val="1000"/>
              </a:spcBef>
              <a:spcAft>
                <a:spcPts val="0"/>
              </a:spcAft>
              <a:buClr>
                <a:srgbClr val="5D5D5D"/>
              </a:buClr>
              <a:buSzPts val="1800"/>
              <a:buChar char="•"/>
              <a:defRPr/>
            </a:lvl5pPr>
            <a:lvl6pPr indent="-342900" lvl="5" marL="2743200" algn="l">
              <a:lnSpc>
                <a:spcPct val="90000"/>
              </a:lnSpc>
              <a:spcBef>
                <a:spcPts val="1000"/>
              </a:spcBef>
              <a:spcAft>
                <a:spcPts val="0"/>
              </a:spcAft>
              <a:buClr>
                <a:srgbClr val="000000"/>
              </a:buClr>
              <a:buSzPts val="1800"/>
              <a:buChar char="•"/>
              <a:defRPr/>
            </a:lvl6pPr>
            <a:lvl7pPr indent="-342900" lvl="6" marL="3200400" algn="l">
              <a:lnSpc>
                <a:spcPct val="90000"/>
              </a:lnSpc>
              <a:spcBef>
                <a:spcPts val="1000"/>
              </a:spcBef>
              <a:spcAft>
                <a:spcPts val="0"/>
              </a:spcAft>
              <a:buClr>
                <a:srgbClr val="000000"/>
              </a:buClr>
              <a:buSzPts val="1800"/>
              <a:buChar char="•"/>
              <a:defRPr/>
            </a:lvl7pPr>
            <a:lvl8pPr indent="-342900" lvl="7" marL="3657600" algn="l">
              <a:lnSpc>
                <a:spcPct val="90000"/>
              </a:lnSpc>
              <a:spcBef>
                <a:spcPts val="1000"/>
              </a:spcBef>
              <a:spcAft>
                <a:spcPts val="0"/>
              </a:spcAft>
              <a:buClr>
                <a:srgbClr val="000000"/>
              </a:buClr>
              <a:buSzPts val="1800"/>
              <a:buChar char="•"/>
              <a:defRPr/>
            </a:lvl8pPr>
            <a:lvl9pPr indent="-342900" lvl="8" marL="4114800" algn="l">
              <a:lnSpc>
                <a:spcPct val="90000"/>
              </a:lnSpc>
              <a:spcBef>
                <a:spcPts val="1000"/>
              </a:spcBef>
              <a:spcAft>
                <a:spcPts val="0"/>
              </a:spcAft>
              <a:buClr>
                <a:srgbClr val="000000"/>
              </a:buClr>
              <a:buSzPts val="1800"/>
              <a:buChar char="•"/>
              <a:defRPr/>
            </a:lvl9pPr>
          </a:lstStyle>
          <a:p/>
        </p:txBody>
      </p:sp>
      <p:sp>
        <p:nvSpPr>
          <p:cNvPr id="118" name="Google Shape;118;p24"/>
          <p:cNvSpPr txBox="1"/>
          <p:nvPr>
            <p:ph idx="2" type="body"/>
          </p:nvPr>
        </p:nvSpPr>
        <p:spPr>
          <a:xfrm>
            <a:off x="4186478" y="134938"/>
            <a:ext cx="3862776" cy="6596062"/>
          </a:xfrm>
          <a:prstGeom prst="rect">
            <a:avLst/>
          </a:prstGeom>
          <a:noFill/>
          <a:ln>
            <a:noFill/>
          </a:ln>
        </p:spPr>
        <p:txBody>
          <a:bodyPr anchorCtr="0" anchor="ctr" bIns="45700" lIns="45700" spcFirstLastPara="1" rIns="45700" wrap="square" tIns="45700">
            <a:normAutofit/>
          </a:bodyPr>
          <a:lstStyle>
            <a:lvl1pPr indent="-228600" lvl="0" marL="457200" algn="l">
              <a:lnSpc>
                <a:spcPct val="90000"/>
              </a:lnSpc>
              <a:spcBef>
                <a:spcPts val="1000"/>
              </a:spcBef>
              <a:spcAft>
                <a:spcPts val="0"/>
              </a:spcAft>
              <a:buClr>
                <a:srgbClr val="828282"/>
              </a:buClr>
              <a:buSzPts val="2000"/>
              <a:buNone/>
              <a:defRPr>
                <a:solidFill>
                  <a:srgbClr val="828282"/>
                </a:solidFill>
              </a:defRPr>
            </a:lvl1pPr>
            <a:lvl2pPr indent="-342900" lvl="1" marL="914400" algn="l">
              <a:lnSpc>
                <a:spcPct val="90000"/>
              </a:lnSpc>
              <a:spcBef>
                <a:spcPts val="1000"/>
              </a:spcBef>
              <a:spcAft>
                <a:spcPts val="0"/>
              </a:spcAft>
              <a:buClr>
                <a:srgbClr val="5D5D5D"/>
              </a:buClr>
              <a:buSzPts val="1800"/>
              <a:buChar char="•"/>
              <a:defRPr/>
            </a:lvl2pPr>
            <a:lvl3pPr indent="-342900" lvl="2" marL="1371600" algn="l">
              <a:lnSpc>
                <a:spcPct val="90000"/>
              </a:lnSpc>
              <a:spcBef>
                <a:spcPts val="1000"/>
              </a:spcBef>
              <a:spcAft>
                <a:spcPts val="0"/>
              </a:spcAft>
              <a:buClr>
                <a:srgbClr val="5D5D5D"/>
              </a:buClr>
              <a:buSzPts val="1800"/>
              <a:buChar char="•"/>
              <a:defRPr/>
            </a:lvl3pPr>
            <a:lvl4pPr indent="-342900" lvl="3" marL="1828800" algn="l">
              <a:lnSpc>
                <a:spcPct val="90000"/>
              </a:lnSpc>
              <a:spcBef>
                <a:spcPts val="1000"/>
              </a:spcBef>
              <a:spcAft>
                <a:spcPts val="0"/>
              </a:spcAft>
              <a:buClr>
                <a:srgbClr val="5D5D5D"/>
              </a:buClr>
              <a:buSzPts val="1800"/>
              <a:buChar char="•"/>
              <a:defRPr/>
            </a:lvl4pPr>
            <a:lvl5pPr indent="-342900" lvl="4" marL="2286000" algn="l">
              <a:lnSpc>
                <a:spcPct val="90000"/>
              </a:lnSpc>
              <a:spcBef>
                <a:spcPts val="1000"/>
              </a:spcBef>
              <a:spcAft>
                <a:spcPts val="0"/>
              </a:spcAft>
              <a:buClr>
                <a:srgbClr val="5D5D5D"/>
              </a:buClr>
              <a:buSzPts val="1800"/>
              <a:buChar char="•"/>
              <a:defRPr/>
            </a:lvl5pPr>
            <a:lvl6pPr indent="-342900" lvl="5" marL="2743200" algn="l">
              <a:lnSpc>
                <a:spcPct val="90000"/>
              </a:lnSpc>
              <a:spcBef>
                <a:spcPts val="1000"/>
              </a:spcBef>
              <a:spcAft>
                <a:spcPts val="0"/>
              </a:spcAft>
              <a:buClr>
                <a:srgbClr val="000000"/>
              </a:buClr>
              <a:buSzPts val="1800"/>
              <a:buChar char="•"/>
              <a:defRPr/>
            </a:lvl6pPr>
            <a:lvl7pPr indent="-342900" lvl="6" marL="3200400" algn="l">
              <a:lnSpc>
                <a:spcPct val="90000"/>
              </a:lnSpc>
              <a:spcBef>
                <a:spcPts val="1000"/>
              </a:spcBef>
              <a:spcAft>
                <a:spcPts val="0"/>
              </a:spcAft>
              <a:buClr>
                <a:srgbClr val="000000"/>
              </a:buClr>
              <a:buSzPts val="1800"/>
              <a:buChar char="•"/>
              <a:defRPr/>
            </a:lvl7pPr>
            <a:lvl8pPr indent="-342900" lvl="7" marL="3657600" algn="l">
              <a:lnSpc>
                <a:spcPct val="90000"/>
              </a:lnSpc>
              <a:spcBef>
                <a:spcPts val="1000"/>
              </a:spcBef>
              <a:spcAft>
                <a:spcPts val="0"/>
              </a:spcAft>
              <a:buClr>
                <a:srgbClr val="000000"/>
              </a:buClr>
              <a:buSzPts val="1800"/>
              <a:buChar char="•"/>
              <a:defRPr/>
            </a:lvl8pPr>
            <a:lvl9pPr indent="-342900" lvl="8" marL="4114800" algn="l">
              <a:lnSpc>
                <a:spcPct val="90000"/>
              </a:lnSpc>
              <a:spcBef>
                <a:spcPts val="1000"/>
              </a:spcBef>
              <a:spcAft>
                <a:spcPts val="0"/>
              </a:spcAft>
              <a:buClr>
                <a:srgbClr val="000000"/>
              </a:buClr>
              <a:buSzPts val="1800"/>
              <a:buChar char="•"/>
              <a:defRPr/>
            </a:lvl9pPr>
          </a:lstStyle>
          <a:p/>
        </p:txBody>
      </p:sp>
      <p:sp>
        <p:nvSpPr>
          <p:cNvPr id="119" name="Google Shape;119;p24"/>
          <p:cNvSpPr txBox="1"/>
          <p:nvPr>
            <p:ph idx="3" type="body"/>
          </p:nvPr>
        </p:nvSpPr>
        <p:spPr>
          <a:xfrm>
            <a:off x="8184191" y="134938"/>
            <a:ext cx="3862775" cy="6596062"/>
          </a:xfrm>
          <a:prstGeom prst="rect">
            <a:avLst/>
          </a:prstGeom>
          <a:noFill/>
          <a:ln>
            <a:noFill/>
          </a:ln>
        </p:spPr>
        <p:txBody>
          <a:bodyPr anchorCtr="0" anchor="ctr" bIns="45700" lIns="45700" spcFirstLastPara="1" rIns="45700" wrap="square" tIns="45700">
            <a:normAutofit/>
          </a:bodyPr>
          <a:lstStyle>
            <a:lvl1pPr indent="-228600" lvl="0" marL="457200" algn="l">
              <a:lnSpc>
                <a:spcPct val="90000"/>
              </a:lnSpc>
              <a:spcBef>
                <a:spcPts val="1000"/>
              </a:spcBef>
              <a:spcAft>
                <a:spcPts val="0"/>
              </a:spcAft>
              <a:buClr>
                <a:srgbClr val="828282"/>
              </a:buClr>
              <a:buSzPts val="2000"/>
              <a:buNone/>
              <a:defRPr>
                <a:solidFill>
                  <a:srgbClr val="828282"/>
                </a:solidFill>
              </a:defRPr>
            </a:lvl1pPr>
            <a:lvl2pPr indent="-342900" lvl="1" marL="914400" algn="l">
              <a:lnSpc>
                <a:spcPct val="90000"/>
              </a:lnSpc>
              <a:spcBef>
                <a:spcPts val="1000"/>
              </a:spcBef>
              <a:spcAft>
                <a:spcPts val="0"/>
              </a:spcAft>
              <a:buClr>
                <a:srgbClr val="5D5D5D"/>
              </a:buClr>
              <a:buSzPts val="1800"/>
              <a:buChar char="•"/>
              <a:defRPr/>
            </a:lvl2pPr>
            <a:lvl3pPr indent="-342900" lvl="2" marL="1371600" algn="l">
              <a:lnSpc>
                <a:spcPct val="90000"/>
              </a:lnSpc>
              <a:spcBef>
                <a:spcPts val="1000"/>
              </a:spcBef>
              <a:spcAft>
                <a:spcPts val="0"/>
              </a:spcAft>
              <a:buClr>
                <a:srgbClr val="5D5D5D"/>
              </a:buClr>
              <a:buSzPts val="1800"/>
              <a:buChar char="•"/>
              <a:defRPr/>
            </a:lvl3pPr>
            <a:lvl4pPr indent="-342900" lvl="3" marL="1828800" algn="l">
              <a:lnSpc>
                <a:spcPct val="90000"/>
              </a:lnSpc>
              <a:spcBef>
                <a:spcPts val="1000"/>
              </a:spcBef>
              <a:spcAft>
                <a:spcPts val="0"/>
              </a:spcAft>
              <a:buClr>
                <a:srgbClr val="5D5D5D"/>
              </a:buClr>
              <a:buSzPts val="1800"/>
              <a:buChar char="•"/>
              <a:defRPr/>
            </a:lvl4pPr>
            <a:lvl5pPr indent="-342900" lvl="4" marL="2286000" algn="l">
              <a:lnSpc>
                <a:spcPct val="90000"/>
              </a:lnSpc>
              <a:spcBef>
                <a:spcPts val="1000"/>
              </a:spcBef>
              <a:spcAft>
                <a:spcPts val="0"/>
              </a:spcAft>
              <a:buClr>
                <a:srgbClr val="5D5D5D"/>
              </a:buClr>
              <a:buSzPts val="1800"/>
              <a:buChar char="•"/>
              <a:defRPr/>
            </a:lvl5pPr>
            <a:lvl6pPr indent="-342900" lvl="5" marL="2743200" algn="l">
              <a:lnSpc>
                <a:spcPct val="90000"/>
              </a:lnSpc>
              <a:spcBef>
                <a:spcPts val="1000"/>
              </a:spcBef>
              <a:spcAft>
                <a:spcPts val="0"/>
              </a:spcAft>
              <a:buClr>
                <a:srgbClr val="000000"/>
              </a:buClr>
              <a:buSzPts val="1800"/>
              <a:buChar char="•"/>
              <a:defRPr/>
            </a:lvl6pPr>
            <a:lvl7pPr indent="-342900" lvl="6" marL="3200400" algn="l">
              <a:lnSpc>
                <a:spcPct val="90000"/>
              </a:lnSpc>
              <a:spcBef>
                <a:spcPts val="1000"/>
              </a:spcBef>
              <a:spcAft>
                <a:spcPts val="0"/>
              </a:spcAft>
              <a:buClr>
                <a:srgbClr val="000000"/>
              </a:buClr>
              <a:buSzPts val="1800"/>
              <a:buChar char="•"/>
              <a:defRPr/>
            </a:lvl7pPr>
            <a:lvl8pPr indent="-342900" lvl="7" marL="3657600" algn="l">
              <a:lnSpc>
                <a:spcPct val="90000"/>
              </a:lnSpc>
              <a:spcBef>
                <a:spcPts val="1000"/>
              </a:spcBef>
              <a:spcAft>
                <a:spcPts val="0"/>
              </a:spcAft>
              <a:buClr>
                <a:srgbClr val="000000"/>
              </a:buClr>
              <a:buSzPts val="1800"/>
              <a:buChar char="•"/>
              <a:defRPr/>
            </a:lvl8pPr>
            <a:lvl9pPr indent="-342900" lvl="8" marL="4114800" algn="l">
              <a:lnSpc>
                <a:spcPct val="90000"/>
              </a:lnSpc>
              <a:spcBef>
                <a:spcPts val="1000"/>
              </a:spcBef>
              <a:spcAft>
                <a:spcPts val="0"/>
              </a:spcAft>
              <a:buClr>
                <a:srgbClr val="000000"/>
              </a:buClr>
              <a:buSzPts val="1800"/>
              <a:buChar char="•"/>
              <a:defRPr/>
            </a:lvl9pPr>
          </a:lstStyle>
          <a:p/>
        </p:txBody>
      </p:sp>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1.xml"/><Relationship Id="rId10" Type="http://schemas.openxmlformats.org/officeDocument/2006/relationships/slideLayout" Target="../slideLayouts/slideLayout10.xml"/><Relationship Id="rId13" Type="http://schemas.openxmlformats.org/officeDocument/2006/relationships/slideLayout" Target="../slideLayouts/slideLayout13.xml"/><Relationship Id="rId12" Type="http://schemas.openxmlformats.org/officeDocument/2006/relationships/slideLayout" Target="../slideLayouts/slideLayout12.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5" name="Shape 5"/>
        <p:cNvGrpSpPr/>
        <p:nvPr/>
      </p:nvGrpSpPr>
      <p:grpSpPr>
        <a:xfrm>
          <a:off x="0" y="0"/>
          <a:ext cx="0" cy="0"/>
          <a:chOff x="0" y="0"/>
          <a:chExt cx="0" cy="0"/>
        </a:xfrm>
      </p:grpSpPr>
      <p:sp>
        <p:nvSpPr>
          <p:cNvPr id="6" name="Google Shape;6;p11"/>
          <p:cNvSpPr txBox="1"/>
          <p:nvPr>
            <p:ph type="title"/>
          </p:nvPr>
        </p:nvSpPr>
        <p:spPr>
          <a:xfrm>
            <a:off x="838200" y="365125"/>
            <a:ext cx="10515600" cy="1325563"/>
          </a:xfrm>
          <a:prstGeom prst="rect">
            <a:avLst/>
          </a:prstGeom>
          <a:noFill/>
          <a:ln>
            <a:noFill/>
          </a:ln>
        </p:spPr>
        <p:txBody>
          <a:bodyPr anchorCtr="0" anchor="ctr" bIns="45700" lIns="45700" spcFirstLastPara="1" rIns="45700" wrap="square" tIns="45700">
            <a:normAutofit/>
          </a:bodyPr>
          <a:lstStyle>
            <a:lvl1pPr lvl="0" marR="0" rtl="0" algn="l">
              <a:lnSpc>
                <a:spcPct val="90000"/>
              </a:lnSpc>
              <a:spcBef>
                <a:spcPts val="0"/>
              </a:spcBef>
              <a:spcAft>
                <a:spcPts val="0"/>
              </a:spcAft>
              <a:buClr>
                <a:srgbClr val="5D5D5D"/>
              </a:buClr>
              <a:buSzPts val="3600"/>
              <a:buFont typeface="Open Sans Light"/>
              <a:buNone/>
              <a:defRPr b="0" i="0" sz="3600" u="none" cap="none" strike="noStrike">
                <a:solidFill>
                  <a:srgbClr val="5D5D5D"/>
                </a:solidFill>
                <a:latin typeface="Open Sans Light"/>
                <a:ea typeface="Open Sans Light"/>
                <a:cs typeface="Open Sans Light"/>
                <a:sym typeface="Open Sans Light"/>
              </a:defRPr>
            </a:lvl1pPr>
            <a:lvl2pPr lvl="1" marR="0" rtl="0" algn="l">
              <a:lnSpc>
                <a:spcPct val="90000"/>
              </a:lnSpc>
              <a:spcBef>
                <a:spcPts val="0"/>
              </a:spcBef>
              <a:spcAft>
                <a:spcPts val="0"/>
              </a:spcAft>
              <a:buClr>
                <a:srgbClr val="000000"/>
              </a:buClr>
              <a:buSzPts val="4400"/>
              <a:buFont typeface="Calibri"/>
              <a:buNone/>
              <a:defRPr b="0" i="0" sz="4400" u="none" cap="none" strike="noStrike">
                <a:solidFill>
                  <a:srgbClr val="000000"/>
                </a:solidFill>
                <a:latin typeface="Calibri"/>
                <a:ea typeface="Calibri"/>
                <a:cs typeface="Calibri"/>
                <a:sym typeface="Calibri"/>
              </a:defRPr>
            </a:lvl2pPr>
            <a:lvl3pPr lvl="2" marR="0" rtl="0" algn="l">
              <a:lnSpc>
                <a:spcPct val="90000"/>
              </a:lnSpc>
              <a:spcBef>
                <a:spcPts val="0"/>
              </a:spcBef>
              <a:spcAft>
                <a:spcPts val="0"/>
              </a:spcAft>
              <a:buClr>
                <a:srgbClr val="000000"/>
              </a:buClr>
              <a:buSzPts val="4400"/>
              <a:buFont typeface="Calibri"/>
              <a:buNone/>
              <a:defRPr b="0" i="0" sz="4400" u="none" cap="none" strike="noStrike">
                <a:solidFill>
                  <a:srgbClr val="000000"/>
                </a:solidFill>
                <a:latin typeface="Calibri"/>
                <a:ea typeface="Calibri"/>
                <a:cs typeface="Calibri"/>
                <a:sym typeface="Calibri"/>
              </a:defRPr>
            </a:lvl3pPr>
            <a:lvl4pPr lvl="3" marR="0" rtl="0" algn="l">
              <a:lnSpc>
                <a:spcPct val="90000"/>
              </a:lnSpc>
              <a:spcBef>
                <a:spcPts val="0"/>
              </a:spcBef>
              <a:spcAft>
                <a:spcPts val="0"/>
              </a:spcAft>
              <a:buClr>
                <a:srgbClr val="000000"/>
              </a:buClr>
              <a:buSzPts val="4400"/>
              <a:buFont typeface="Calibri"/>
              <a:buNone/>
              <a:defRPr b="0" i="0" sz="4400" u="none" cap="none" strike="noStrike">
                <a:solidFill>
                  <a:srgbClr val="000000"/>
                </a:solidFill>
                <a:latin typeface="Calibri"/>
                <a:ea typeface="Calibri"/>
                <a:cs typeface="Calibri"/>
                <a:sym typeface="Calibri"/>
              </a:defRPr>
            </a:lvl4pPr>
            <a:lvl5pPr lvl="4" marR="0" rtl="0" algn="l">
              <a:lnSpc>
                <a:spcPct val="90000"/>
              </a:lnSpc>
              <a:spcBef>
                <a:spcPts val="0"/>
              </a:spcBef>
              <a:spcAft>
                <a:spcPts val="0"/>
              </a:spcAft>
              <a:buClr>
                <a:srgbClr val="000000"/>
              </a:buClr>
              <a:buSzPts val="4400"/>
              <a:buFont typeface="Calibri"/>
              <a:buNone/>
              <a:defRPr b="0" i="0" sz="4400" u="none" cap="none" strike="noStrike">
                <a:solidFill>
                  <a:srgbClr val="000000"/>
                </a:solidFill>
                <a:latin typeface="Calibri"/>
                <a:ea typeface="Calibri"/>
                <a:cs typeface="Calibri"/>
                <a:sym typeface="Calibri"/>
              </a:defRPr>
            </a:lvl5pPr>
            <a:lvl6pPr lvl="5" marR="0" rtl="0" algn="l">
              <a:lnSpc>
                <a:spcPct val="90000"/>
              </a:lnSpc>
              <a:spcBef>
                <a:spcPts val="0"/>
              </a:spcBef>
              <a:spcAft>
                <a:spcPts val="0"/>
              </a:spcAft>
              <a:buClr>
                <a:srgbClr val="000000"/>
              </a:buClr>
              <a:buSzPts val="4400"/>
              <a:buFont typeface="Calibri"/>
              <a:buNone/>
              <a:defRPr b="0" i="0" sz="4400" u="none" cap="none" strike="noStrike">
                <a:solidFill>
                  <a:srgbClr val="000000"/>
                </a:solidFill>
                <a:latin typeface="Calibri"/>
                <a:ea typeface="Calibri"/>
                <a:cs typeface="Calibri"/>
                <a:sym typeface="Calibri"/>
              </a:defRPr>
            </a:lvl6pPr>
            <a:lvl7pPr lvl="6" marR="0" rtl="0" algn="l">
              <a:lnSpc>
                <a:spcPct val="90000"/>
              </a:lnSpc>
              <a:spcBef>
                <a:spcPts val="0"/>
              </a:spcBef>
              <a:spcAft>
                <a:spcPts val="0"/>
              </a:spcAft>
              <a:buClr>
                <a:srgbClr val="000000"/>
              </a:buClr>
              <a:buSzPts val="4400"/>
              <a:buFont typeface="Calibri"/>
              <a:buNone/>
              <a:defRPr b="0" i="0" sz="4400" u="none" cap="none" strike="noStrike">
                <a:solidFill>
                  <a:srgbClr val="000000"/>
                </a:solidFill>
                <a:latin typeface="Calibri"/>
                <a:ea typeface="Calibri"/>
                <a:cs typeface="Calibri"/>
                <a:sym typeface="Calibri"/>
              </a:defRPr>
            </a:lvl7pPr>
            <a:lvl8pPr lvl="7" marR="0" rtl="0" algn="l">
              <a:lnSpc>
                <a:spcPct val="90000"/>
              </a:lnSpc>
              <a:spcBef>
                <a:spcPts val="0"/>
              </a:spcBef>
              <a:spcAft>
                <a:spcPts val="0"/>
              </a:spcAft>
              <a:buClr>
                <a:srgbClr val="000000"/>
              </a:buClr>
              <a:buSzPts val="4400"/>
              <a:buFont typeface="Calibri"/>
              <a:buNone/>
              <a:defRPr b="0" i="0" sz="4400" u="none" cap="none" strike="noStrike">
                <a:solidFill>
                  <a:srgbClr val="000000"/>
                </a:solidFill>
                <a:latin typeface="Calibri"/>
                <a:ea typeface="Calibri"/>
                <a:cs typeface="Calibri"/>
                <a:sym typeface="Calibri"/>
              </a:defRPr>
            </a:lvl8pPr>
            <a:lvl9pPr lvl="8" marR="0" rtl="0" algn="l">
              <a:lnSpc>
                <a:spcPct val="90000"/>
              </a:lnSpc>
              <a:spcBef>
                <a:spcPts val="0"/>
              </a:spcBef>
              <a:spcAft>
                <a:spcPts val="0"/>
              </a:spcAft>
              <a:buClr>
                <a:srgbClr val="000000"/>
              </a:buClr>
              <a:buSzPts val="4400"/>
              <a:buFont typeface="Calibri"/>
              <a:buNone/>
              <a:defRPr b="0" i="0" sz="4400" u="none" cap="none" strike="noStrike">
                <a:solidFill>
                  <a:srgbClr val="000000"/>
                </a:solidFill>
                <a:latin typeface="Calibri"/>
                <a:ea typeface="Calibri"/>
                <a:cs typeface="Calibri"/>
                <a:sym typeface="Calibri"/>
              </a:defRPr>
            </a:lvl9pPr>
          </a:lstStyle>
          <a:p/>
        </p:txBody>
      </p:sp>
      <p:sp>
        <p:nvSpPr>
          <p:cNvPr id="7" name="Google Shape;7;p11"/>
          <p:cNvSpPr txBox="1"/>
          <p:nvPr>
            <p:ph idx="1" type="body"/>
          </p:nvPr>
        </p:nvSpPr>
        <p:spPr>
          <a:xfrm>
            <a:off x="838200" y="1825625"/>
            <a:ext cx="10515600" cy="4351338"/>
          </a:xfrm>
          <a:prstGeom prst="rect">
            <a:avLst/>
          </a:prstGeom>
          <a:noFill/>
          <a:ln>
            <a:noFill/>
          </a:ln>
        </p:spPr>
        <p:txBody>
          <a:bodyPr anchorCtr="0" anchor="t" bIns="45700" lIns="45700" spcFirstLastPara="1" rIns="45700" wrap="square" tIns="45700">
            <a:normAutofit/>
          </a:bodyPr>
          <a:lstStyle>
            <a:lvl1pPr indent="-355600" lvl="0" marL="457200" marR="0" rtl="0" algn="l">
              <a:lnSpc>
                <a:spcPct val="90000"/>
              </a:lnSpc>
              <a:spcBef>
                <a:spcPts val="1000"/>
              </a:spcBef>
              <a:spcAft>
                <a:spcPts val="0"/>
              </a:spcAft>
              <a:buClr>
                <a:srgbClr val="5D5D5D"/>
              </a:buClr>
              <a:buSzPts val="2000"/>
              <a:buFont typeface="Arial"/>
              <a:buChar char="•"/>
              <a:defRPr b="0" i="0" sz="2000" u="none" cap="none" strike="noStrike">
                <a:solidFill>
                  <a:srgbClr val="5D5D5D"/>
                </a:solidFill>
                <a:latin typeface="Open Sans Light"/>
                <a:ea typeface="Open Sans Light"/>
                <a:cs typeface="Open Sans Light"/>
                <a:sym typeface="Open Sans Light"/>
              </a:defRPr>
            </a:lvl1pPr>
            <a:lvl2pPr indent="-355600" lvl="1" marL="914400" marR="0" rtl="0" algn="l">
              <a:lnSpc>
                <a:spcPct val="90000"/>
              </a:lnSpc>
              <a:spcBef>
                <a:spcPts val="1000"/>
              </a:spcBef>
              <a:spcAft>
                <a:spcPts val="0"/>
              </a:spcAft>
              <a:buClr>
                <a:srgbClr val="5D5D5D"/>
              </a:buClr>
              <a:buSzPts val="2000"/>
              <a:buFont typeface="Arial"/>
              <a:buChar char="•"/>
              <a:defRPr b="0" i="0" sz="2000" u="none" cap="none" strike="noStrike">
                <a:solidFill>
                  <a:srgbClr val="5D5D5D"/>
                </a:solidFill>
                <a:latin typeface="Open Sans Light"/>
                <a:ea typeface="Open Sans Light"/>
                <a:cs typeface="Open Sans Light"/>
                <a:sym typeface="Open Sans Light"/>
              </a:defRPr>
            </a:lvl2pPr>
            <a:lvl3pPr indent="-355600" lvl="2" marL="1371600" marR="0" rtl="0" algn="l">
              <a:lnSpc>
                <a:spcPct val="90000"/>
              </a:lnSpc>
              <a:spcBef>
                <a:spcPts val="1000"/>
              </a:spcBef>
              <a:spcAft>
                <a:spcPts val="0"/>
              </a:spcAft>
              <a:buClr>
                <a:srgbClr val="5D5D5D"/>
              </a:buClr>
              <a:buSzPts val="2000"/>
              <a:buFont typeface="Arial"/>
              <a:buChar char="•"/>
              <a:defRPr b="0" i="0" sz="2000" u="none" cap="none" strike="noStrike">
                <a:solidFill>
                  <a:srgbClr val="5D5D5D"/>
                </a:solidFill>
                <a:latin typeface="Open Sans Light"/>
                <a:ea typeface="Open Sans Light"/>
                <a:cs typeface="Open Sans Light"/>
                <a:sym typeface="Open Sans Light"/>
              </a:defRPr>
            </a:lvl3pPr>
            <a:lvl4pPr indent="-355600" lvl="3" marL="1828800" marR="0" rtl="0" algn="l">
              <a:lnSpc>
                <a:spcPct val="90000"/>
              </a:lnSpc>
              <a:spcBef>
                <a:spcPts val="1000"/>
              </a:spcBef>
              <a:spcAft>
                <a:spcPts val="0"/>
              </a:spcAft>
              <a:buClr>
                <a:srgbClr val="5D5D5D"/>
              </a:buClr>
              <a:buSzPts val="2000"/>
              <a:buFont typeface="Arial"/>
              <a:buChar char="•"/>
              <a:defRPr b="0" i="0" sz="2000" u="none" cap="none" strike="noStrike">
                <a:solidFill>
                  <a:srgbClr val="5D5D5D"/>
                </a:solidFill>
                <a:latin typeface="Open Sans Light"/>
                <a:ea typeface="Open Sans Light"/>
                <a:cs typeface="Open Sans Light"/>
                <a:sym typeface="Open Sans Light"/>
              </a:defRPr>
            </a:lvl4pPr>
            <a:lvl5pPr indent="-355600" lvl="4" marL="2286000" marR="0" rtl="0" algn="l">
              <a:lnSpc>
                <a:spcPct val="90000"/>
              </a:lnSpc>
              <a:spcBef>
                <a:spcPts val="1000"/>
              </a:spcBef>
              <a:spcAft>
                <a:spcPts val="0"/>
              </a:spcAft>
              <a:buClr>
                <a:srgbClr val="5D5D5D"/>
              </a:buClr>
              <a:buSzPts val="2000"/>
              <a:buFont typeface="Arial"/>
              <a:buChar char="•"/>
              <a:defRPr b="0" i="0" sz="2000" u="none" cap="none" strike="noStrike">
                <a:solidFill>
                  <a:srgbClr val="5D5D5D"/>
                </a:solidFill>
                <a:latin typeface="Open Sans Light"/>
                <a:ea typeface="Open Sans Light"/>
                <a:cs typeface="Open Sans Light"/>
                <a:sym typeface="Open Sans Light"/>
              </a:defRPr>
            </a:lvl5pPr>
            <a:lvl6pPr indent="-406400" lvl="5" marL="2743200" marR="0" rtl="0" algn="l">
              <a:lnSpc>
                <a:spcPct val="90000"/>
              </a:lnSpc>
              <a:spcBef>
                <a:spcPts val="1000"/>
              </a:spcBef>
              <a:spcAft>
                <a:spcPts val="0"/>
              </a:spcAft>
              <a:buClr>
                <a:srgbClr val="000000"/>
              </a:buClr>
              <a:buSzPts val="2800"/>
              <a:buFont typeface="Arial"/>
              <a:buChar char="•"/>
              <a:defRPr b="0" i="0" sz="2800" u="none" cap="none" strike="noStrike">
                <a:solidFill>
                  <a:srgbClr val="000000"/>
                </a:solidFill>
                <a:latin typeface="Open Sans ExtraBold"/>
                <a:ea typeface="Open Sans ExtraBold"/>
                <a:cs typeface="Open Sans ExtraBold"/>
                <a:sym typeface="Open Sans ExtraBold"/>
              </a:defRPr>
            </a:lvl6pPr>
            <a:lvl7pPr indent="-406400" lvl="6" marL="3200400" marR="0" rtl="0" algn="l">
              <a:lnSpc>
                <a:spcPct val="90000"/>
              </a:lnSpc>
              <a:spcBef>
                <a:spcPts val="1000"/>
              </a:spcBef>
              <a:spcAft>
                <a:spcPts val="0"/>
              </a:spcAft>
              <a:buClr>
                <a:srgbClr val="000000"/>
              </a:buClr>
              <a:buSzPts val="2800"/>
              <a:buFont typeface="Arial"/>
              <a:buChar char="•"/>
              <a:defRPr b="0" i="0" sz="2800" u="none" cap="none" strike="noStrike">
                <a:solidFill>
                  <a:srgbClr val="000000"/>
                </a:solidFill>
                <a:latin typeface="Open Sans ExtraBold"/>
                <a:ea typeface="Open Sans ExtraBold"/>
                <a:cs typeface="Open Sans ExtraBold"/>
                <a:sym typeface="Open Sans ExtraBold"/>
              </a:defRPr>
            </a:lvl7pPr>
            <a:lvl8pPr indent="-406400" lvl="7" marL="3657600" marR="0" rtl="0" algn="l">
              <a:lnSpc>
                <a:spcPct val="90000"/>
              </a:lnSpc>
              <a:spcBef>
                <a:spcPts val="1000"/>
              </a:spcBef>
              <a:spcAft>
                <a:spcPts val="0"/>
              </a:spcAft>
              <a:buClr>
                <a:srgbClr val="000000"/>
              </a:buClr>
              <a:buSzPts val="2800"/>
              <a:buFont typeface="Arial"/>
              <a:buChar char="•"/>
              <a:defRPr b="0" i="0" sz="2800" u="none" cap="none" strike="noStrike">
                <a:solidFill>
                  <a:srgbClr val="000000"/>
                </a:solidFill>
                <a:latin typeface="Open Sans ExtraBold"/>
                <a:ea typeface="Open Sans ExtraBold"/>
                <a:cs typeface="Open Sans ExtraBold"/>
                <a:sym typeface="Open Sans ExtraBold"/>
              </a:defRPr>
            </a:lvl8pPr>
            <a:lvl9pPr indent="-406400" lvl="8" marL="4114800" marR="0" rtl="0" algn="l">
              <a:lnSpc>
                <a:spcPct val="90000"/>
              </a:lnSpc>
              <a:spcBef>
                <a:spcPts val="1000"/>
              </a:spcBef>
              <a:spcAft>
                <a:spcPts val="0"/>
              </a:spcAft>
              <a:buClr>
                <a:srgbClr val="000000"/>
              </a:buClr>
              <a:buSzPts val="2800"/>
              <a:buFont typeface="Arial"/>
              <a:buChar char="•"/>
              <a:defRPr b="0" i="0" sz="2800" u="none" cap="none" strike="noStrike">
                <a:solidFill>
                  <a:srgbClr val="000000"/>
                </a:solidFill>
                <a:latin typeface="Open Sans ExtraBold"/>
                <a:ea typeface="Open Sans ExtraBold"/>
                <a:cs typeface="Open Sans ExtraBold"/>
                <a:sym typeface="Open Sans ExtraBold"/>
              </a:defRPr>
            </a:lvl9pPr>
          </a:lstStyle>
          <a:p/>
        </p:txBody>
      </p:sp>
      <p:sp>
        <p:nvSpPr>
          <p:cNvPr id="8" name="Google Shape;8;p11"/>
          <p:cNvSpPr txBox="1"/>
          <p:nvPr>
            <p:ph idx="12" type="sldNum"/>
          </p:nvPr>
        </p:nvSpPr>
        <p:spPr>
          <a:xfrm>
            <a:off x="11073918" y="6400413"/>
            <a:ext cx="279883" cy="276999"/>
          </a:xfrm>
          <a:prstGeom prst="rect">
            <a:avLst/>
          </a:prstGeom>
          <a:noFill/>
          <a:ln>
            <a:noFill/>
          </a:ln>
        </p:spPr>
        <p:txBody>
          <a:bodyPr anchorCtr="0" anchor="ctr" bIns="45700" lIns="45700" spcFirstLastPara="1" rIns="45700" wrap="square" tIns="45700">
            <a:spAutoFit/>
          </a:bodyPr>
          <a:lstStyle>
            <a:lvl1pPr indent="0" lvl="0" marL="0" marR="0" rtl="0" algn="r">
              <a:lnSpc>
                <a:spcPct val="100000"/>
              </a:lnSpc>
              <a:spcBef>
                <a:spcPts val="0"/>
              </a:spcBef>
              <a:spcAft>
                <a:spcPts val="0"/>
              </a:spcAft>
              <a:buClr>
                <a:srgbClr val="888888"/>
              </a:buClr>
              <a:buSzPts val="1200"/>
              <a:buFont typeface="Open Sans Light"/>
              <a:buNone/>
              <a:defRPr b="0" i="0" sz="1200" u="none" cap="none" strike="noStrike">
                <a:solidFill>
                  <a:srgbClr val="888888"/>
                </a:solidFill>
                <a:latin typeface="Open Sans Light"/>
                <a:ea typeface="Open Sans Light"/>
                <a:cs typeface="Open Sans Light"/>
                <a:sym typeface="Open Sans Light"/>
              </a:defRPr>
            </a:lvl1pPr>
            <a:lvl2pPr indent="0" lvl="1" marL="0" marR="0" rtl="0" algn="r">
              <a:lnSpc>
                <a:spcPct val="100000"/>
              </a:lnSpc>
              <a:spcBef>
                <a:spcPts val="0"/>
              </a:spcBef>
              <a:spcAft>
                <a:spcPts val="0"/>
              </a:spcAft>
              <a:buClr>
                <a:srgbClr val="888888"/>
              </a:buClr>
              <a:buSzPts val="1200"/>
              <a:buFont typeface="Open Sans Light"/>
              <a:buNone/>
              <a:defRPr b="0" i="0" sz="1200" u="none" cap="none" strike="noStrike">
                <a:solidFill>
                  <a:srgbClr val="888888"/>
                </a:solidFill>
                <a:latin typeface="Open Sans Light"/>
                <a:ea typeface="Open Sans Light"/>
                <a:cs typeface="Open Sans Light"/>
                <a:sym typeface="Open Sans Light"/>
              </a:defRPr>
            </a:lvl2pPr>
            <a:lvl3pPr indent="0" lvl="2" marL="0" marR="0" rtl="0" algn="r">
              <a:lnSpc>
                <a:spcPct val="100000"/>
              </a:lnSpc>
              <a:spcBef>
                <a:spcPts val="0"/>
              </a:spcBef>
              <a:spcAft>
                <a:spcPts val="0"/>
              </a:spcAft>
              <a:buClr>
                <a:srgbClr val="888888"/>
              </a:buClr>
              <a:buSzPts val="1200"/>
              <a:buFont typeface="Open Sans Light"/>
              <a:buNone/>
              <a:defRPr b="0" i="0" sz="1200" u="none" cap="none" strike="noStrike">
                <a:solidFill>
                  <a:srgbClr val="888888"/>
                </a:solidFill>
                <a:latin typeface="Open Sans Light"/>
                <a:ea typeface="Open Sans Light"/>
                <a:cs typeface="Open Sans Light"/>
                <a:sym typeface="Open Sans Light"/>
              </a:defRPr>
            </a:lvl3pPr>
            <a:lvl4pPr indent="0" lvl="3" marL="0" marR="0" rtl="0" algn="r">
              <a:lnSpc>
                <a:spcPct val="100000"/>
              </a:lnSpc>
              <a:spcBef>
                <a:spcPts val="0"/>
              </a:spcBef>
              <a:spcAft>
                <a:spcPts val="0"/>
              </a:spcAft>
              <a:buClr>
                <a:srgbClr val="888888"/>
              </a:buClr>
              <a:buSzPts val="1200"/>
              <a:buFont typeface="Open Sans Light"/>
              <a:buNone/>
              <a:defRPr b="0" i="0" sz="1200" u="none" cap="none" strike="noStrike">
                <a:solidFill>
                  <a:srgbClr val="888888"/>
                </a:solidFill>
                <a:latin typeface="Open Sans Light"/>
                <a:ea typeface="Open Sans Light"/>
                <a:cs typeface="Open Sans Light"/>
                <a:sym typeface="Open Sans Light"/>
              </a:defRPr>
            </a:lvl4pPr>
            <a:lvl5pPr indent="0" lvl="4" marL="0" marR="0" rtl="0" algn="r">
              <a:lnSpc>
                <a:spcPct val="100000"/>
              </a:lnSpc>
              <a:spcBef>
                <a:spcPts val="0"/>
              </a:spcBef>
              <a:spcAft>
                <a:spcPts val="0"/>
              </a:spcAft>
              <a:buClr>
                <a:srgbClr val="888888"/>
              </a:buClr>
              <a:buSzPts val="1200"/>
              <a:buFont typeface="Open Sans Light"/>
              <a:buNone/>
              <a:defRPr b="0" i="0" sz="1200" u="none" cap="none" strike="noStrike">
                <a:solidFill>
                  <a:srgbClr val="888888"/>
                </a:solidFill>
                <a:latin typeface="Open Sans Light"/>
                <a:ea typeface="Open Sans Light"/>
                <a:cs typeface="Open Sans Light"/>
                <a:sym typeface="Open Sans Light"/>
              </a:defRPr>
            </a:lvl5pPr>
            <a:lvl6pPr indent="0" lvl="5" marL="0" marR="0" rtl="0" algn="r">
              <a:lnSpc>
                <a:spcPct val="100000"/>
              </a:lnSpc>
              <a:spcBef>
                <a:spcPts val="0"/>
              </a:spcBef>
              <a:spcAft>
                <a:spcPts val="0"/>
              </a:spcAft>
              <a:buClr>
                <a:srgbClr val="888888"/>
              </a:buClr>
              <a:buSzPts val="1200"/>
              <a:buFont typeface="Open Sans Light"/>
              <a:buNone/>
              <a:defRPr b="0" i="0" sz="1200" u="none" cap="none" strike="noStrike">
                <a:solidFill>
                  <a:srgbClr val="888888"/>
                </a:solidFill>
                <a:latin typeface="Open Sans Light"/>
                <a:ea typeface="Open Sans Light"/>
                <a:cs typeface="Open Sans Light"/>
                <a:sym typeface="Open Sans Light"/>
              </a:defRPr>
            </a:lvl6pPr>
            <a:lvl7pPr indent="0" lvl="6" marL="0" marR="0" rtl="0" algn="r">
              <a:lnSpc>
                <a:spcPct val="100000"/>
              </a:lnSpc>
              <a:spcBef>
                <a:spcPts val="0"/>
              </a:spcBef>
              <a:spcAft>
                <a:spcPts val="0"/>
              </a:spcAft>
              <a:buClr>
                <a:srgbClr val="888888"/>
              </a:buClr>
              <a:buSzPts val="1200"/>
              <a:buFont typeface="Open Sans Light"/>
              <a:buNone/>
              <a:defRPr b="0" i="0" sz="1200" u="none" cap="none" strike="noStrike">
                <a:solidFill>
                  <a:srgbClr val="888888"/>
                </a:solidFill>
                <a:latin typeface="Open Sans Light"/>
                <a:ea typeface="Open Sans Light"/>
                <a:cs typeface="Open Sans Light"/>
                <a:sym typeface="Open Sans Light"/>
              </a:defRPr>
            </a:lvl7pPr>
            <a:lvl8pPr indent="0" lvl="7" marL="0" marR="0" rtl="0" algn="r">
              <a:lnSpc>
                <a:spcPct val="100000"/>
              </a:lnSpc>
              <a:spcBef>
                <a:spcPts val="0"/>
              </a:spcBef>
              <a:spcAft>
                <a:spcPts val="0"/>
              </a:spcAft>
              <a:buClr>
                <a:srgbClr val="888888"/>
              </a:buClr>
              <a:buSzPts val="1200"/>
              <a:buFont typeface="Open Sans Light"/>
              <a:buNone/>
              <a:defRPr b="0" i="0" sz="1200" u="none" cap="none" strike="noStrike">
                <a:solidFill>
                  <a:srgbClr val="888888"/>
                </a:solidFill>
                <a:latin typeface="Open Sans Light"/>
                <a:ea typeface="Open Sans Light"/>
                <a:cs typeface="Open Sans Light"/>
                <a:sym typeface="Open Sans Light"/>
              </a:defRPr>
            </a:lvl8pPr>
            <a:lvl9pPr indent="0" lvl="8" marL="0" marR="0" rtl="0" algn="r">
              <a:lnSpc>
                <a:spcPct val="100000"/>
              </a:lnSpc>
              <a:spcBef>
                <a:spcPts val="0"/>
              </a:spcBef>
              <a:spcAft>
                <a:spcPts val="0"/>
              </a:spcAft>
              <a:buClr>
                <a:srgbClr val="888888"/>
              </a:buClr>
              <a:buSzPts val="1200"/>
              <a:buFont typeface="Open Sans Light"/>
              <a:buNone/>
              <a:defRPr b="0" i="0" sz="1200" u="none" cap="none" strike="noStrike">
                <a:solidFill>
                  <a:srgbClr val="888888"/>
                </a:solidFill>
                <a:latin typeface="Open Sans Light"/>
                <a:ea typeface="Open Sans Light"/>
                <a:cs typeface="Open Sans Light"/>
                <a:sym typeface="Open Sans Light"/>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3" name="Shape 123"/>
        <p:cNvGrpSpPr/>
        <p:nvPr/>
      </p:nvGrpSpPr>
      <p:grpSpPr>
        <a:xfrm>
          <a:off x="0" y="0"/>
          <a:ext cx="0" cy="0"/>
          <a:chOff x="0" y="0"/>
          <a:chExt cx="0" cy="0"/>
        </a:xfrm>
      </p:grpSpPr>
      <p:sp>
        <p:nvSpPr>
          <p:cNvPr id="124" name="Google Shape;124;p1"/>
          <p:cNvSpPr txBox="1"/>
          <p:nvPr>
            <p:ph idx="1" type="body"/>
          </p:nvPr>
        </p:nvSpPr>
        <p:spPr>
          <a:xfrm>
            <a:off x="5732463" y="2538413"/>
            <a:ext cx="5730875" cy="1200150"/>
          </a:xfrm>
          <a:prstGeom prst="rect">
            <a:avLst/>
          </a:prstGeom>
          <a:noFill/>
          <a:ln>
            <a:noFill/>
          </a:ln>
        </p:spPr>
        <p:txBody>
          <a:bodyPr anchorCtr="0" anchor="ctr" bIns="45700" lIns="45700" spcFirstLastPara="1" rIns="45700" wrap="square" tIns="45700">
            <a:normAutofit fontScale="25000" lnSpcReduction="20000"/>
          </a:bodyPr>
          <a:lstStyle/>
          <a:p>
            <a:pPr indent="0" lvl="0" marL="0" rtl="0" algn="l">
              <a:lnSpc>
                <a:spcPct val="90000"/>
              </a:lnSpc>
              <a:spcBef>
                <a:spcPts val="0"/>
              </a:spcBef>
              <a:spcAft>
                <a:spcPts val="0"/>
              </a:spcAft>
              <a:buClr>
                <a:srgbClr val="5D5D5D"/>
              </a:buClr>
              <a:buSzPct val="100000"/>
              <a:buNone/>
            </a:pPr>
            <a:r>
              <a:rPr b="1" lang="en-US" sz="16000"/>
              <a:t>Recitation 0.16</a:t>
            </a:r>
            <a:endParaRPr/>
          </a:p>
          <a:p>
            <a:pPr indent="0" lvl="0" marL="0" rtl="0" algn="l">
              <a:lnSpc>
                <a:spcPct val="90000"/>
              </a:lnSpc>
              <a:spcBef>
                <a:spcPts val="1000"/>
              </a:spcBef>
              <a:spcAft>
                <a:spcPts val="0"/>
              </a:spcAft>
              <a:buClr>
                <a:srgbClr val="5D5D5D"/>
              </a:buClr>
              <a:buSzPct val="100000"/>
              <a:buNone/>
            </a:pPr>
            <a:r>
              <a:rPr b="1" lang="en-US" sz="16000"/>
              <a:t>Data Preprocessing</a:t>
            </a:r>
            <a:endParaRPr/>
          </a:p>
          <a:p>
            <a:pPr indent="0" lvl="0" marL="0" rtl="0" algn="l">
              <a:lnSpc>
                <a:spcPct val="90000"/>
              </a:lnSpc>
              <a:spcBef>
                <a:spcPts val="1000"/>
              </a:spcBef>
              <a:spcAft>
                <a:spcPts val="0"/>
              </a:spcAft>
              <a:buClr>
                <a:srgbClr val="5D5D5D"/>
              </a:buClr>
              <a:buSzPct val="100000"/>
              <a:buNone/>
            </a:pPr>
            <a:r>
              <a:t/>
            </a:r>
            <a:endParaRPr/>
          </a:p>
          <a:p>
            <a:pPr indent="0" lvl="0" marL="0" rtl="0" algn="l">
              <a:lnSpc>
                <a:spcPct val="90000"/>
              </a:lnSpc>
              <a:spcBef>
                <a:spcPts val="1000"/>
              </a:spcBef>
              <a:spcAft>
                <a:spcPts val="0"/>
              </a:spcAft>
              <a:buClr>
                <a:srgbClr val="5D5D5D"/>
              </a:buClr>
              <a:buSzPct val="100000"/>
              <a:buNone/>
            </a:pPr>
            <a:r>
              <a:rPr lang="en-US" sz="9600"/>
              <a:t>Introduction to Deep Learning </a:t>
            </a:r>
            <a:endParaRPr/>
          </a:p>
          <a:p>
            <a:pPr indent="0" lvl="0" marL="0" rtl="0" algn="l">
              <a:lnSpc>
                <a:spcPct val="90000"/>
              </a:lnSpc>
              <a:spcBef>
                <a:spcPts val="1000"/>
              </a:spcBef>
              <a:spcAft>
                <a:spcPts val="0"/>
              </a:spcAft>
              <a:buClr>
                <a:srgbClr val="5D5D5D"/>
              </a:buClr>
              <a:buSzPct val="100000"/>
              <a:buNone/>
            </a:pPr>
            <a:r>
              <a:rPr lang="en-US" sz="9600"/>
              <a:t>11-785/685/485</a:t>
            </a:r>
            <a:endParaRPr/>
          </a:p>
        </p:txBody>
      </p:sp>
      <p:sp>
        <p:nvSpPr>
          <p:cNvPr id="125" name="Google Shape;125;p1"/>
          <p:cNvSpPr txBox="1"/>
          <p:nvPr>
            <p:ph idx="3" type="body"/>
          </p:nvPr>
        </p:nvSpPr>
        <p:spPr>
          <a:xfrm>
            <a:off x="5788025" y="5790197"/>
            <a:ext cx="5926137" cy="646112"/>
          </a:xfrm>
          <a:prstGeom prst="rect">
            <a:avLst/>
          </a:prstGeom>
          <a:noFill/>
          <a:ln>
            <a:noFill/>
          </a:ln>
        </p:spPr>
        <p:txBody>
          <a:bodyPr anchorCtr="0" anchor="t" bIns="45700" lIns="45700" spcFirstLastPara="1" rIns="45700" wrap="square" tIns="45700">
            <a:noAutofit/>
          </a:bodyPr>
          <a:lstStyle/>
          <a:p>
            <a:pPr indent="0" lvl="0" marL="0" rtl="0" algn="l">
              <a:lnSpc>
                <a:spcPct val="100000"/>
              </a:lnSpc>
              <a:spcBef>
                <a:spcPts val="0"/>
              </a:spcBef>
              <a:spcAft>
                <a:spcPts val="0"/>
              </a:spcAft>
              <a:buClr>
                <a:srgbClr val="5D5D5D"/>
              </a:buClr>
              <a:buSzPts val="1800"/>
              <a:buNone/>
            </a:pPr>
            <a:r>
              <a:rPr lang="en-US"/>
              <a:t>Bradley Warren</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9" name="Shape 129"/>
        <p:cNvGrpSpPr/>
        <p:nvPr/>
      </p:nvGrpSpPr>
      <p:grpSpPr>
        <a:xfrm>
          <a:off x="0" y="0"/>
          <a:ext cx="0" cy="0"/>
          <a:chOff x="0" y="0"/>
          <a:chExt cx="0" cy="0"/>
        </a:xfrm>
      </p:grpSpPr>
      <p:sp>
        <p:nvSpPr>
          <p:cNvPr id="130" name="Google Shape;130;p2"/>
          <p:cNvSpPr txBox="1"/>
          <p:nvPr>
            <p:ph idx="1" type="body"/>
          </p:nvPr>
        </p:nvSpPr>
        <p:spPr>
          <a:xfrm>
            <a:off x="1720850" y="2438400"/>
            <a:ext cx="8575545" cy="2803525"/>
          </a:xfrm>
          <a:prstGeom prst="rect">
            <a:avLst/>
          </a:prstGeom>
          <a:noFill/>
          <a:ln>
            <a:noFill/>
          </a:ln>
        </p:spPr>
        <p:txBody>
          <a:bodyPr anchorCtr="0" anchor="t" bIns="45700" lIns="45700" spcFirstLastPara="1" rIns="45700" wrap="square" tIns="45700">
            <a:normAutofit/>
          </a:bodyPr>
          <a:lstStyle/>
          <a:p>
            <a:pPr indent="-457200" lvl="0" marL="457200" rtl="0" algn="l">
              <a:lnSpc>
                <a:spcPct val="150000"/>
              </a:lnSpc>
              <a:spcBef>
                <a:spcPts val="0"/>
              </a:spcBef>
              <a:spcAft>
                <a:spcPts val="0"/>
              </a:spcAft>
              <a:buClr>
                <a:srgbClr val="5D5D5D"/>
              </a:buClr>
              <a:buSzPts val="2400"/>
              <a:buFont typeface="Open Sans ExtraBold"/>
              <a:buAutoNum type="arabicPeriod"/>
            </a:pPr>
            <a:r>
              <a:rPr lang="en-US"/>
              <a:t>Audio Preprocessing</a:t>
            </a:r>
            <a:endParaRPr/>
          </a:p>
          <a:p>
            <a:pPr indent="-457200" lvl="0" marL="457200" rtl="0" algn="l">
              <a:lnSpc>
                <a:spcPct val="150000"/>
              </a:lnSpc>
              <a:spcBef>
                <a:spcPts val="0"/>
              </a:spcBef>
              <a:spcAft>
                <a:spcPts val="0"/>
              </a:spcAft>
              <a:buClr>
                <a:srgbClr val="5D5D5D"/>
              </a:buClr>
              <a:buSzPts val="2400"/>
              <a:buFont typeface="Open Sans ExtraBold"/>
              <a:buAutoNum type="arabicPeriod"/>
            </a:pPr>
            <a:r>
              <a:rPr lang="en-US"/>
              <a:t>Image Preprocessing </a:t>
            </a:r>
            <a:endParaRPr/>
          </a:p>
          <a:p>
            <a:pPr indent="-304800" lvl="0" marL="457200" rtl="0" algn="l">
              <a:lnSpc>
                <a:spcPct val="150000"/>
              </a:lnSpc>
              <a:spcBef>
                <a:spcPts val="0"/>
              </a:spcBef>
              <a:spcAft>
                <a:spcPts val="0"/>
              </a:spcAft>
              <a:buClr>
                <a:srgbClr val="5D5D5D"/>
              </a:buClr>
              <a:buSzPts val="2400"/>
              <a:buFont typeface="Open Sans ExtraBold"/>
              <a:buNone/>
            </a:pPr>
            <a:r>
              <a:t/>
            </a: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4" name="Shape 134"/>
        <p:cNvGrpSpPr/>
        <p:nvPr/>
      </p:nvGrpSpPr>
      <p:grpSpPr>
        <a:xfrm>
          <a:off x="0" y="0"/>
          <a:ext cx="0" cy="0"/>
          <a:chOff x="0" y="0"/>
          <a:chExt cx="0" cy="0"/>
        </a:xfrm>
      </p:grpSpPr>
      <p:sp>
        <p:nvSpPr>
          <p:cNvPr id="135" name="Google Shape;135;p3"/>
          <p:cNvSpPr txBox="1"/>
          <p:nvPr>
            <p:ph idx="1" type="body"/>
          </p:nvPr>
        </p:nvSpPr>
        <p:spPr>
          <a:xfrm>
            <a:off x="2384425" y="1157288"/>
            <a:ext cx="5883275" cy="646112"/>
          </a:xfrm>
          <a:prstGeom prst="rect">
            <a:avLst/>
          </a:prstGeom>
          <a:noFill/>
          <a:ln>
            <a:noFill/>
          </a:ln>
        </p:spPr>
        <p:txBody>
          <a:bodyPr anchorCtr="0" anchor="ctr" bIns="45700" lIns="45700" spcFirstLastPara="1" rIns="45700" wrap="square" tIns="45700">
            <a:normAutofit fontScale="77500" lnSpcReduction="20000"/>
          </a:bodyPr>
          <a:lstStyle/>
          <a:p>
            <a:pPr indent="0" lvl="0" marL="0" rtl="0" algn="l">
              <a:lnSpc>
                <a:spcPct val="90000"/>
              </a:lnSpc>
              <a:spcBef>
                <a:spcPts val="0"/>
              </a:spcBef>
              <a:spcAft>
                <a:spcPts val="0"/>
              </a:spcAft>
              <a:buClr>
                <a:srgbClr val="5D5D5D"/>
              </a:buClr>
              <a:buSzPct val="100000"/>
              <a:buNone/>
            </a:pPr>
            <a:r>
              <a:rPr lang="en-US">
                <a:latin typeface="Arial"/>
                <a:ea typeface="Arial"/>
                <a:cs typeface="Arial"/>
                <a:sym typeface="Arial"/>
              </a:rPr>
              <a:t>Why Data Preprocessing is Important</a:t>
            </a:r>
            <a:endParaRPr/>
          </a:p>
          <a:p>
            <a:pPr indent="0" lvl="0" marL="0" rtl="0" algn="l">
              <a:lnSpc>
                <a:spcPct val="90000"/>
              </a:lnSpc>
              <a:spcBef>
                <a:spcPts val="1000"/>
              </a:spcBef>
              <a:spcAft>
                <a:spcPts val="0"/>
              </a:spcAft>
              <a:buClr>
                <a:srgbClr val="5D5D5D"/>
              </a:buClr>
              <a:buSzPct val="100000"/>
              <a:buNone/>
            </a:pPr>
            <a:r>
              <a:t/>
            </a:r>
            <a:endParaRPr/>
          </a:p>
        </p:txBody>
      </p:sp>
      <p:sp>
        <p:nvSpPr>
          <p:cNvPr id="136" name="Google Shape;136;p3"/>
          <p:cNvSpPr txBox="1"/>
          <p:nvPr>
            <p:ph idx="2" type="body"/>
          </p:nvPr>
        </p:nvSpPr>
        <p:spPr>
          <a:xfrm>
            <a:off x="2272030" y="2149158"/>
            <a:ext cx="9808210" cy="4383722"/>
          </a:xfrm>
          <a:prstGeom prst="rect">
            <a:avLst/>
          </a:prstGeom>
          <a:noFill/>
          <a:ln>
            <a:noFill/>
          </a:ln>
        </p:spPr>
        <p:txBody>
          <a:bodyPr anchorCtr="0" anchor="t" bIns="45700" lIns="45700" spcFirstLastPara="1" rIns="45700" wrap="square" tIns="45700">
            <a:noAutofit/>
          </a:bodyPr>
          <a:lstStyle/>
          <a:p>
            <a:pPr indent="0" lvl="0" marL="0" marR="0" rtl="0" algn="l">
              <a:lnSpc>
                <a:spcPct val="150000"/>
              </a:lnSpc>
              <a:spcBef>
                <a:spcPts val="0"/>
              </a:spcBef>
              <a:spcAft>
                <a:spcPts val="0"/>
              </a:spcAft>
              <a:buClr>
                <a:srgbClr val="5D5D5D"/>
              </a:buClr>
              <a:buSzPts val="1600"/>
              <a:buNone/>
            </a:pPr>
            <a:r>
              <a:rPr b="1" lang="en-US" sz="1600">
                <a:latin typeface="Open Sans"/>
                <a:ea typeface="Open Sans"/>
                <a:cs typeface="Open Sans"/>
                <a:sym typeface="Open Sans"/>
              </a:rPr>
              <a:t>Data preprocessing </a:t>
            </a:r>
            <a:r>
              <a:rPr lang="en-US" sz="1600">
                <a:latin typeface="Open Sans"/>
                <a:ea typeface="Open Sans"/>
                <a:cs typeface="Open Sans"/>
                <a:sym typeface="Open Sans"/>
              </a:rPr>
              <a:t>is a vital step in the machine learning and deep learning pipeline. Raw data, whether it's audio, image, or any other format, often contains inconsistencies, noise, or irrelevant information that can hinder model performance. Effective preprocessing helps by:</a:t>
            </a:r>
            <a:endParaRPr/>
          </a:p>
          <a:p>
            <a:pPr indent="-342900" lvl="0" marL="342900" marR="0" rtl="0" algn="l">
              <a:lnSpc>
                <a:spcPct val="150000"/>
              </a:lnSpc>
              <a:spcBef>
                <a:spcPts val="800"/>
              </a:spcBef>
              <a:spcAft>
                <a:spcPts val="0"/>
              </a:spcAft>
              <a:buClr>
                <a:srgbClr val="5D5D5D"/>
              </a:buClr>
              <a:buSzPts val="1000"/>
              <a:buFont typeface="Noto Sans Symbols"/>
              <a:buChar char="∙"/>
            </a:pPr>
            <a:r>
              <a:rPr lang="en-US" sz="1600">
                <a:latin typeface="Open Sans"/>
                <a:ea typeface="Open Sans"/>
                <a:cs typeface="Open Sans"/>
                <a:sym typeface="Open Sans"/>
              </a:rPr>
              <a:t>Transforming raw data into a </a:t>
            </a:r>
            <a:r>
              <a:rPr b="1" lang="en-US" sz="1600">
                <a:latin typeface="Open Sans"/>
                <a:ea typeface="Open Sans"/>
                <a:cs typeface="Open Sans"/>
                <a:sym typeface="Open Sans"/>
              </a:rPr>
              <a:t>clean</a:t>
            </a:r>
            <a:r>
              <a:rPr lang="en-US" sz="1600">
                <a:latin typeface="Open Sans"/>
                <a:ea typeface="Open Sans"/>
                <a:cs typeface="Open Sans"/>
                <a:sym typeface="Open Sans"/>
              </a:rPr>
              <a:t>, </a:t>
            </a:r>
            <a:r>
              <a:rPr b="1" lang="en-US" sz="1600">
                <a:latin typeface="Open Sans"/>
                <a:ea typeface="Open Sans"/>
                <a:cs typeface="Open Sans"/>
                <a:sym typeface="Open Sans"/>
              </a:rPr>
              <a:t>standardized</a:t>
            </a:r>
            <a:r>
              <a:rPr lang="en-US" sz="1600">
                <a:latin typeface="Open Sans"/>
                <a:ea typeface="Open Sans"/>
                <a:cs typeface="Open Sans"/>
                <a:sym typeface="Open Sans"/>
              </a:rPr>
              <a:t>, and analysis-ready format.</a:t>
            </a:r>
            <a:endParaRPr/>
          </a:p>
          <a:p>
            <a:pPr indent="-342900" lvl="0" marL="342900" marR="0" rtl="0" algn="l">
              <a:lnSpc>
                <a:spcPct val="150000"/>
              </a:lnSpc>
              <a:spcBef>
                <a:spcPts val="800"/>
              </a:spcBef>
              <a:spcAft>
                <a:spcPts val="0"/>
              </a:spcAft>
              <a:buClr>
                <a:srgbClr val="5D5D5D"/>
              </a:buClr>
              <a:buSzPts val="1000"/>
              <a:buFont typeface="Noto Sans Symbols"/>
              <a:buChar char="∙"/>
            </a:pPr>
            <a:r>
              <a:rPr b="1" lang="en-US" sz="1600">
                <a:latin typeface="Open Sans"/>
                <a:ea typeface="Open Sans"/>
                <a:cs typeface="Open Sans"/>
                <a:sym typeface="Open Sans"/>
              </a:rPr>
              <a:t>Enhancing feature quality</a:t>
            </a:r>
            <a:r>
              <a:rPr lang="en-US" sz="1600">
                <a:latin typeface="Open Sans"/>
                <a:ea typeface="Open Sans"/>
                <a:cs typeface="Open Sans"/>
                <a:sym typeface="Open Sans"/>
              </a:rPr>
              <a:t>, making it easier for models to learn from meaningful patterns rather than irrelevant or misleading data.</a:t>
            </a:r>
            <a:endParaRPr/>
          </a:p>
          <a:p>
            <a:pPr indent="-342900" lvl="0" marL="342900" marR="0" rtl="0" algn="l">
              <a:lnSpc>
                <a:spcPct val="150000"/>
              </a:lnSpc>
              <a:spcBef>
                <a:spcPts val="800"/>
              </a:spcBef>
              <a:spcAft>
                <a:spcPts val="0"/>
              </a:spcAft>
              <a:buClr>
                <a:srgbClr val="5D5D5D"/>
              </a:buClr>
              <a:buSzPts val="1000"/>
              <a:buFont typeface="Noto Sans Symbols"/>
              <a:buChar char="∙"/>
            </a:pPr>
            <a:r>
              <a:rPr b="1" lang="en-US" sz="1600">
                <a:latin typeface="Open Sans"/>
                <a:ea typeface="Open Sans"/>
                <a:cs typeface="Open Sans"/>
                <a:sym typeface="Open Sans"/>
              </a:rPr>
              <a:t>Reducing the risk of overfitting </a:t>
            </a:r>
            <a:r>
              <a:rPr lang="en-US" sz="1600">
                <a:latin typeface="Open Sans"/>
                <a:ea typeface="Open Sans"/>
                <a:cs typeface="Open Sans"/>
                <a:sym typeface="Open Sans"/>
              </a:rPr>
              <a:t>by introducing consistency and appropriate augmentation.</a:t>
            </a:r>
            <a:endParaRPr/>
          </a:p>
          <a:p>
            <a:pPr indent="-342900" lvl="0" marL="342900" marR="0" rtl="0" algn="l">
              <a:lnSpc>
                <a:spcPct val="150000"/>
              </a:lnSpc>
              <a:spcBef>
                <a:spcPts val="800"/>
              </a:spcBef>
              <a:spcAft>
                <a:spcPts val="0"/>
              </a:spcAft>
              <a:buClr>
                <a:srgbClr val="5D5D5D"/>
              </a:buClr>
              <a:buSzPts val="1000"/>
              <a:buFont typeface="Noto Sans Symbols"/>
              <a:buChar char="∙"/>
            </a:pPr>
            <a:r>
              <a:rPr b="1" lang="en-US" sz="1600">
                <a:latin typeface="Open Sans"/>
                <a:ea typeface="Open Sans"/>
                <a:cs typeface="Open Sans"/>
                <a:sym typeface="Open Sans"/>
              </a:rPr>
              <a:t>Improving the speed and stability </a:t>
            </a:r>
            <a:r>
              <a:rPr lang="en-US" sz="1600">
                <a:latin typeface="Open Sans"/>
                <a:ea typeface="Open Sans"/>
                <a:cs typeface="Open Sans"/>
                <a:sym typeface="Open Sans"/>
              </a:rPr>
              <a:t>of model convergence during training.</a:t>
            </a:r>
            <a:endParaRPr/>
          </a:p>
          <a:p>
            <a:pPr indent="0" lvl="0" marL="0" marR="0" rtl="0" algn="l">
              <a:lnSpc>
                <a:spcPct val="150000"/>
              </a:lnSpc>
              <a:spcBef>
                <a:spcPts val="800"/>
              </a:spcBef>
              <a:spcAft>
                <a:spcPts val="0"/>
              </a:spcAft>
              <a:buClr>
                <a:srgbClr val="5D5D5D"/>
              </a:buClr>
              <a:buSzPts val="1600"/>
              <a:buNone/>
            </a:pPr>
            <a:r>
              <a:rPr lang="en-US" sz="1600">
                <a:latin typeface="Open Sans"/>
                <a:ea typeface="Open Sans"/>
                <a:cs typeface="Open Sans"/>
                <a:sym typeface="Open Sans"/>
              </a:rPr>
              <a:t>Proper preprocessing ensures that your deep learning models receive high-quality, uniform inputs, ultimately leading to better accuracy, generalization, and robustness.</a:t>
            </a:r>
            <a:endParaRPr/>
          </a:p>
          <a:p>
            <a:pPr indent="-245872" lvl="0" marL="347472" rtl="0" algn="l">
              <a:lnSpc>
                <a:spcPct val="150000"/>
              </a:lnSpc>
              <a:spcBef>
                <a:spcPts val="800"/>
              </a:spcBef>
              <a:spcAft>
                <a:spcPts val="0"/>
              </a:spcAft>
              <a:buClr>
                <a:srgbClr val="5D5D5D"/>
              </a:buClr>
              <a:buSzPts val="1600"/>
              <a:buNone/>
            </a:pPr>
            <a:r>
              <a:t/>
            </a:r>
            <a:endParaRPr sz="1600">
              <a:latin typeface="Open Sans"/>
              <a:ea typeface="Open Sans"/>
              <a:cs typeface="Open Sans"/>
              <a:sym typeface="Open Sans"/>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0" name="Shape 140"/>
        <p:cNvGrpSpPr/>
        <p:nvPr/>
      </p:nvGrpSpPr>
      <p:grpSpPr>
        <a:xfrm>
          <a:off x="0" y="0"/>
          <a:ext cx="0" cy="0"/>
          <a:chOff x="0" y="0"/>
          <a:chExt cx="0" cy="0"/>
        </a:xfrm>
      </p:grpSpPr>
      <p:sp>
        <p:nvSpPr>
          <p:cNvPr id="141" name="Google Shape;141;p4"/>
          <p:cNvSpPr txBox="1"/>
          <p:nvPr>
            <p:ph idx="1" type="body"/>
          </p:nvPr>
        </p:nvSpPr>
        <p:spPr>
          <a:xfrm>
            <a:off x="3154363" y="3044825"/>
            <a:ext cx="5883275" cy="768350"/>
          </a:xfrm>
          <a:prstGeom prst="rect">
            <a:avLst/>
          </a:prstGeom>
          <a:noFill/>
          <a:ln>
            <a:noFill/>
          </a:ln>
        </p:spPr>
        <p:txBody>
          <a:bodyPr anchorCtr="0" anchor="ctr" bIns="45700" lIns="45700" spcFirstLastPara="1" rIns="45700" wrap="square" tIns="45700">
            <a:noAutofit/>
          </a:bodyPr>
          <a:lstStyle/>
          <a:p>
            <a:pPr indent="0" lvl="0" marL="0" rtl="0" algn="ctr">
              <a:lnSpc>
                <a:spcPct val="100000"/>
              </a:lnSpc>
              <a:spcBef>
                <a:spcPts val="0"/>
              </a:spcBef>
              <a:spcAft>
                <a:spcPts val="0"/>
              </a:spcAft>
              <a:buClr>
                <a:schemeClr val="lt1"/>
              </a:buClr>
              <a:buSzPts val="4400"/>
              <a:buNone/>
            </a:pPr>
            <a:r>
              <a:rPr lang="en-US"/>
              <a:t>Introduction to Audio Preprocessing</a:t>
            </a:r>
            <a:endParaRPr/>
          </a:p>
          <a:p>
            <a:pPr indent="0" lvl="0" marL="0" rtl="0" algn="ctr">
              <a:lnSpc>
                <a:spcPct val="100000"/>
              </a:lnSpc>
              <a:spcBef>
                <a:spcPts val="0"/>
              </a:spcBef>
              <a:spcAft>
                <a:spcPts val="0"/>
              </a:spcAft>
              <a:buClr>
                <a:schemeClr val="lt1"/>
              </a:buClr>
              <a:buSzPts val="4400"/>
              <a:buNone/>
            </a:pPr>
            <a:r>
              <a:t/>
            </a:r>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5" name="Shape 145"/>
        <p:cNvGrpSpPr/>
        <p:nvPr/>
      </p:nvGrpSpPr>
      <p:grpSpPr>
        <a:xfrm>
          <a:off x="0" y="0"/>
          <a:ext cx="0" cy="0"/>
          <a:chOff x="0" y="0"/>
          <a:chExt cx="0" cy="0"/>
        </a:xfrm>
      </p:grpSpPr>
      <p:sp>
        <p:nvSpPr>
          <p:cNvPr id="146" name="Google Shape;146;p5"/>
          <p:cNvSpPr txBox="1"/>
          <p:nvPr>
            <p:ph idx="1" type="body"/>
          </p:nvPr>
        </p:nvSpPr>
        <p:spPr>
          <a:xfrm>
            <a:off x="2384425" y="1157288"/>
            <a:ext cx="5883275" cy="646112"/>
          </a:xfrm>
          <a:prstGeom prst="rect">
            <a:avLst/>
          </a:prstGeom>
          <a:noFill/>
          <a:ln>
            <a:noFill/>
          </a:ln>
        </p:spPr>
        <p:txBody>
          <a:bodyPr anchorCtr="0" anchor="ctr" bIns="45700" lIns="45700" spcFirstLastPara="1" rIns="45700" wrap="square" tIns="45700">
            <a:normAutofit/>
          </a:bodyPr>
          <a:lstStyle/>
          <a:p>
            <a:pPr indent="0" lvl="0" marL="0" rtl="0" algn="l">
              <a:lnSpc>
                <a:spcPct val="90000"/>
              </a:lnSpc>
              <a:spcBef>
                <a:spcPts val="0"/>
              </a:spcBef>
              <a:spcAft>
                <a:spcPts val="0"/>
              </a:spcAft>
              <a:buClr>
                <a:srgbClr val="5D5D5D"/>
              </a:buClr>
              <a:buSzPts val="3600"/>
              <a:buNone/>
            </a:pPr>
            <a:r>
              <a:rPr lang="en-US"/>
              <a:t>Audio Preprocessing</a:t>
            </a:r>
            <a:endParaRPr/>
          </a:p>
        </p:txBody>
      </p:sp>
      <p:sp>
        <p:nvSpPr>
          <p:cNvPr id="147" name="Google Shape;147;p5"/>
          <p:cNvSpPr txBox="1"/>
          <p:nvPr>
            <p:ph idx="2" type="body"/>
          </p:nvPr>
        </p:nvSpPr>
        <p:spPr>
          <a:xfrm>
            <a:off x="2306320" y="2265680"/>
            <a:ext cx="9479280" cy="4175760"/>
          </a:xfrm>
          <a:prstGeom prst="rect">
            <a:avLst/>
          </a:prstGeom>
          <a:noFill/>
          <a:ln>
            <a:noFill/>
          </a:ln>
        </p:spPr>
        <p:txBody>
          <a:bodyPr anchorCtr="0" anchor="t" bIns="45700" lIns="45700" spcFirstLastPara="1" rIns="45700" wrap="square" tIns="45700">
            <a:normAutofit fontScale="77500" lnSpcReduction="20000"/>
          </a:bodyPr>
          <a:lstStyle/>
          <a:p>
            <a:pPr indent="-347472" lvl="0" marL="347472" rtl="0" algn="l">
              <a:lnSpc>
                <a:spcPct val="120000"/>
              </a:lnSpc>
              <a:spcBef>
                <a:spcPts val="0"/>
              </a:spcBef>
              <a:spcAft>
                <a:spcPts val="0"/>
              </a:spcAft>
              <a:buClr>
                <a:srgbClr val="5D5D5D"/>
              </a:buClr>
              <a:buSzPct val="100000"/>
              <a:buNone/>
            </a:pPr>
            <a:r>
              <a:rPr lang="en-US">
                <a:latin typeface="Open Sans"/>
                <a:ea typeface="Open Sans"/>
                <a:cs typeface="Open Sans"/>
                <a:sym typeface="Open Sans"/>
              </a:rPr>
              <a:t>When you hear someone speaking, your brain doesn’t just process the raw sound waves. Instead, it picks out meaningful features like pitch, rhythm, tone, and phonetic information. Similarly, machine learning models also need to extract these meaningful features from raw audio to make sense of it and learn effectively.</a:t>
            </a:r>
            <a:endParaRPr/>
          </a:p>
          <a:p>
            <a:pPr indent="-347472" lvl="0" marL="347472" rtl="0" algn="l">
              <a:lnSpc>
                <a:spcPct val="120000"/>
              </a:lnSpc>
              <a:spcBef>
                <a:spcPts val="2000"/>
              </a:spcBef>
              <a:spcAft>
                <a:spcPts val="0"/>
              </a:spcAft>
              <a:buClr>
                <a:srgbClr val="5D5D5D"/>
              </a:buClr>
              <a:buSzPct val="100000"/>
              <a:buFont typeface="Arial"/>
              <a:buChar char="•"/>
            </a:pPr>
            <a:r>
              <a:rPr b="1" lang="en-US">
                <a:latin typeface="Open Sans"/>
                <a:ea typeface="Open Sans"/>
                <a:cs typeface="Open Sans"/>
                <a:sym typeface="Open Sans"/>
              </a:rPr>
              <a:t>Problem with Raw Audio:</a:t>
            </a:r>
            <a:endParaRPr>
              <a:latin typeface="Open Sans"/>
              <a:ea typeface="Open Sans"/>
              <a:cs typeface="Open Sans"/>
              <a:sym typeface="Open Sans"/>
            </a:endParaRPr>
          </a:p>
          <a:p>
            <a:pPr indent="-285750" lvl="1" marL="742950" rtl="0" algn="l">
              <a:lnSpc>
                <a:spcPct val="120000"/>
              </a:lnSpc>
              <a:spcBef>
                <a:spcPts val="3000"/>
              </a:spcBef>
              <a:spcAft>
                <a:spcPts val="0"/>
              </a:spcAft>
              <a:buClr>
                <a:srgbClr val="5D5D5D"/>
              </a:buClr>
              <a:buSzPct val="100000"/>
              <a:buFont typeface="Arial"/>
              <a:buChar char="•"/>
            </a:pPr>
            <a:r>
              <a:rPr lang="en-US">
                <a:latin typeface="Open Sans"/>
                <a:ea typeface="Open Sans"/>
                <a:cs typeface="Open Sans"/>
                <a:sym typeface="Open Sans"/>
              </a:rPr>
              <a:t>Raw audio is often </a:t>
            </a:r>
            <a:r>
              <a:rPr b="1" lang="en-US">
                <a:latin typeface="Open Sans"/>
                <a:ea typeface="Open Sans"/>
                <a:cs typeface="Open Sans"/>
                <a:sym typeface="Open Sans"/>
              </a:rPr>
              <a:t>high-dimensional</a:t>
            </a:r>
            <a:r>
              <a:rPr lang="en-US">
                <a:latin typeface="Open Sans"/>
                <a:ea typeface="Open Sans"/>
                <a:cs typeface="Open Sans"/>
                <a:sym typeface="Open Sans"/>
              </a:rPr>
              <a:t>. For example, a 2-second clip sampled at 16 kHz gives us </a:t>
            </a:r>
            <a:r>
              <a:rPr b="1" lang="en-US">
                <a:latin typeface="Open Sans"/>
                <a:ea typeface="Open Sans"/>
                <a:cs typeface="Open Sans"/>
                <a:sym typeface="Open Sans"/>
              </a:rPr>
              <a:t>32,000 data points</a:t>
            </a:r>
            <a:r>
              <a:rPr lang="en-US">
                <a:latin typeface="Open Sans"/>
                <a:ea typeface="Open Sans"/>
                <a:cs typeface="Open Sans"/>
                <a:sym typeface="Open Sans"/>
              </a:rPr>
              <a:t>.</a:t>
            </a:r>
            <a:endParaRPr/>
          </a:p>
          <a:p>
            <a:pPr indent="-285750" lvl="1" marL="742950" rtl="0" algn="l">
              <a:lnSpc>
                <a:spcPct val="120000"/>
              </a:lnSpc>
              <a:spcBef>
                <a:spcPts val="1000"/>
              </a:spcBef>
              <a:spcAft>
                <a:spcPts val="0"/>
              </a:spcAft>
              <a:buClr>
                <a:srgbClr val="5D5D5D"/>
              </a:buClr>
              <a:buSzPct val="100000"/>
              <a:buFont typeface="Arial"/>
              <a:buChar char="•"/>
            </a:pPr>
            <a:r>
              <a:rPr lang="en-US">
                <a:latin typeface="Open Sans"/>
                <a:ea typeface="Open Sans"/>
                <a:cs typeface="Open Sans"/>
                <a:sym typeface="Open Sans"/>
              </a:rPr>
              <a:t>This creates several challenges:</a:t>
            </a:r>
            <a:endParaRPr/>
          </a:p>
          <a:p>
            <a:pPr indent="-228600" lvl="2" marL="1143000" rtl="0" algn="l">
              <a:lnSpc>
                <a:spcPct val="120000"/>
              </a:lnSpc>
              <a:spcBef>
                <a:spcPts val="1000"/>
              </a:spcBef>
              <a:spcAft>
                <a:spcPts val="0"/>
              </a:spcAft>
              <a:buClr>
                <a:srgbClr val="5D5D5D"/>
              </a:buClr>
              <a:buSzPct val="100000"/>
              <a:buFont typeface="Arial"/>
              <a:buChar char="•"/>
            </a:pPr>
            <a:r>
              <a:rPr b="1" lang="en-US">
                <a:latin typeface="Open Sans"/>
                <a:ea typeface="Open Sans"/>
                <a:cs typeface="Open Sans"/>
                <a:sym typeface="Open Sans"/>
              </a:rPr>
              <a:t>Computational complexity</a:t>
            </a:r>
            <a:r>
              <a:rPr lang="en-US">
                <a:latin typeface="Open Sans"/>
                <a:ea typeface="Open Sans"/>
                <a:cs typeface="Open Sans"/>
                <a:sym typeface="Open Sans"/>
              </a:rPr>
              <a:t>: It’s expensive to process so much data.</a:t>
            </a:r>
            <a:endParaRPr/>
          </a:p>
          <a:p>
            <a:pPr indent="-228600" lvl="2" marL="1143000" rtl="0" algn="l">
              <a:lnSpc>
                <a:spcPct val="120000"/>
              </a:lnSpc>
              <a:spcBef>
                <a:spcPts val="1000"/>
              </a:spcBef>
              <a:spcAft>
                <a:spcPts val="0"/>
              </a:spcAft>
              <a:buClr>
                <a:srgbClr val="5D5D5D"/>
              </a:buClr>
              <a:buSzPct val="100000"/>
              <a:buFont typeface="Arial"/>
              <a:buChar char="•"/>
            </a:pPr>
            <a:r>
              <a:rPr b="1" lang="en-US">
                <a:latin typeface="Open Sans"/>
                <a:ea typeface="Open Sans"/>
                <a:cs typeface="Open Sans"/>
                <a:sym typeface="Open Sans"/>
              </a:rPr>
              <a:t>Noise sensitivity</a:t>
            </a:r>
            <a:r>
              <a:rPr lang="en-US">
                <a:latin typeface="Open Sans"/>
                <a:ea typeface="Open Sans"/>
                <a:cs typeface="Open Sans"/>
                <a:sym typeface="Open Sans"/>
              </a:rPr>
              <a:t>: Raw audio contains irrelevant noise and variations.</a:t>
            </a:r>
            <a:endParaRPr/>
          </a:p>
          <a:p>
            <a:pPr indent="-228600" lvl="2" marL="1143000" rtl="0" algn="l">
              <a:lnSpc>
                <a:spcPct val="120000"/>
              </a:lnSpc>
              <a:spcBef>
                <a:spcPts val="1000"/>
              </a:spcBef>
              <a:spcAft>
                <a:spcPts val="0"/>
              </a:spcAft>
              <a:buClr>
                <a:srgbClr val="5D5D5D"/>
              </a:buClr>
              <a:buSzPct val="100000"/>
              <a:buFont typeface="Arial"/>
              <a:buChar char="•"/>
            </a:pPr>
            <a:r>
              <a:rPr b="1" lang="en-US">
                <a:latin typeface="Open Sans"/>
                <a:ea typeface="Open Sans"/>
                <a:cs typeface="Open Sans"/>
                <a:sym typeface="Open Sans"/>
              </a:rPr>
              <a:t>Lack of structure</a:t>
            </a:r>
            <a:r>
              <a:rPr lang="en-US">
                <a:latin typeface="Open Sans"/>
                <a:ea typeface="Open Sans"/>
                <a:cs typeface="Open Sans"/>
                <a:sym typeface="Open Sans"/>
              </a:rPr>
              <a:t>: The waveform doesn’t directly capture the linguistic or acoustic features we care about.</a:t>
            </a:r>
            <a:endParaRPr/>
          </a:p>
          <a:p>
            <a:pPr indent="-249047" lvl="0" marL="347472" rtl="0" algn="l">
              <a:lnSpc>
                <a:spcPct val="100000"/>
              </a:lnSpc>
              <a:spcBef>
                <a:spcPts val="0"/>
              </a:spcBef>
              <a:spcAft>
                <a:spcPts val="0"/>
              </a:spcAft>
              <a:buClr>
                <a:srgbClr val="5D5D5D"/>
              </a:buClr>
              <a:buSzPct val="100000"/>
              <a:buNone/>
            </a:pPr>
            <a:r>
              <a:t/>
            </a:r>
            <a:endParaRPr>
              <a:latin typeface="Open Sans"/>
              <a:ea typeface="Open Sans"/>
              <a:cs typeface="Open Sans"/>
              <a:sym typeface="Open Sans"/>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1" name="Shape 151"/>
        <p:cNvGrpSpPr/>
        <p:nvPr/>
      </p:nvGrpSpPr>
      <p:grpSpPr>
        <a:xfrm>
          <a:off x="0" y="0"/>
          <a:ext cx="0" cy="0"/>
          <a:chOff x="0" y="0"/>
          <a:chExt cx="0" cy="0"/>
        </a:xfrm>
      </p:grpSpPr>
      <p:sp>
        <p:nvSpPr>
          <p:cNvPr id="152" name="Google Shape;152;p6"/>
          <p:cNvSpPr txBox="1"/>
          <p:nvPr>
            <p:ph idx="1" type="body"/>
          </p:nvPr>
        </p:nvSpPr>
        <p:spPr>
          <a:xfrm>
            <a:off x="2384425" y="1157288"/>
            <a:ext cx="5883275" cy="646112"/>
          </a:xfrm>
          <a:prstGeom prst="rect">
            <a:avLst/>
          </a:prstGeom>
          <a:noFill/>
          <a:ln>
            <a:noFill/>
          </a:ln>
        </p:spPr>
        <p:txBody>
          <a:bodyPr anchorCtr="0" anchor="ctr" bIns="45700" lIns="45700" spcFirstLastPara="1" rIns="45700" wrap="square" tIns="45700">
            <a:normAutofit/>
          </a:bodyPr>
          <a:lstStyle/>
          <a:p>
            <a:pPr indent="0" lvl="0" marL="0" rtl="0" algn="l">
              <a:lnSpc>
                <a:spcPct val="90000"/>
              </a:lnSpc>
              <a:spcBef>
                <a:spcPts val="0"/>
              </a:spcBef>
              <a:spcAft>
                <a:spcPts val="0"/>
              </a:spcAft>
              <a:buClr>
                <a:srgbClr val="5D5D5D"/>
              </a:buClr>
              <a:buSzPts val="3600"/>
              <a:buNone/>
            </a:pPr>
            <a:r>
              <a:rPr lang="en-US"/>
              <a:t>Feature Extraction - MFCCs</a:t>
            </a:r>
            <a:endParaRPr/>
          </a:p>
        </p:txBody>
      </p:sp>
      <p:sp>
        <p:nvSpPr>
          <p:cNvPr id="153" name="Google Shape;153;p6"/>
          <p:cNvSpPr txBox="1"/>
          <p:nvPr>
            <p:ph idx="2" type="body"/>
          </p:nvPr>
        </p:nvSpPr>
        <p:spPr>
          <a:xfrm>
            <a:off x="2687637" y="2098358"/>
            <a:ext cx="8884603" cy="3067050"/>
          </a:xfrm>
          <a:prstGeom prst="rect">
            <a:avLst/>
          </a:prstGeom>
          <a:noFill/>
          <a:ln>
            <a:noFill/>
          </a:ln>
        </p:spPr>
        <p:txBody>
          <a:bodyPr anchorCtr="0" anchor="t" bIns="45700" lIns="45700" spcFirstLastPara="1" rIns="45700" wrap="square" tIns="45700">
            <a:noAutofit/>
          </a:bodyPr>
          <a:lstStyle/>
          <a:p>
            <a:pPr indent="-347472" lvl="0" marL="347472" rtl="0" algn="l">
              <a:lnSpc>
                <a:spcPct val="100000"/>
              </a:lnSpc>
              <a:spcBef>
                <a:spcPts val="0"/>
              </a:spcBef>
              <a:spcAft>
                <a:spcPts val="0"/>
              </a:spcAft>
              <a:buClr>
                <a:srgbClr val="5D5D5D"/>
              </a:buClr>
              <a:buSzPts val="1600"/>
              <a:buNone/>
            </a:pPr>
            <a:r>
              <a:rPr lang="en-US" sz="1600">
                <a:latin typeface="Open Sans"/>
                <a:ea typeface="Open Sans"/>
                <a:cs typeface="Open Sans"/>
                <a:sym typeface="Open Sans"/>
              </a:rPr>
              <a:t>F</a:t>
            </a:r>
            <a:r>
              <a:rPr b="1" lang="en-US" sz="1600">
                <a:latin typeface="Open Sans"/>
                <a:ea typeface="Open Sans"/>
                <a:cs typeface="Open Sans"/>
                <a:sym typeface="Open Sans"/>
              </a:rPr>
              <a:t>eature Extraction: MFCCs</a:t>
            </a:r>
            <a:endParaRPr/>
          </a:p>
          <a:p>
            <a:pPr indent="-347472" lvl="0" marL="347472" rtl="0" algn="l">
              <a:lnSpc>
                <a:spcPct val="100000"/>
              </a:lnSpc>
              <a:spcBef>
                <a:spcPts val="2000"/>
              </a:spcBef>
              <a:spcAft>
                <a:spcPts val="0"/>
              </a:spcAft>
              <a:buClr>
                <a:srgbClr val="5D5D5D"/>
              </a:buClr>
              <a:buSzPts val="1600"/>
              <a:buNone/>
            </a:pPr>
            <a:r>
              <a:rPr lang="en-US" sz="1600">
                <a:latin typeface="Open Sans"/>
                <a:ea typeface="Open Sans"/>
                <a:cs typeface="Open Sans"/>
                <a:sym typeface="Open Sans"/>
              </a:rPr>
              <a:t>One of the most important preprocessing techniques for speech is Mel-Frequency Cepstral Coefficients (MFCCs).</a:t>
            </a:r>
            <a:endParaRPr/>
          </a:p>
          <a:p>
            <a:pPr indent="-347472" lvl="0" marL="347472" rtl="0" algn="l">
              <a:lnSpc>
                <a:spcPct val="100000"/>
              </a:lnSpc>
              <a:spcBef>
                <a:spcPts val="2000"/>
              </a:spcBef>
              <a:spcAft>
                <a:spcPts val="0"/>
              </a:spcAft>
              <a:buClr>
                <a:srgbClr val="5D5D5D"/>
              </a:buClr>
              <a:buSzPts val="1600"/>
              <a:buNone/>
            </a:pPr>
            <a:r>
              <a:rPr lang="en-US" sz="1600">
                <a:latin typeface="Open Sans"/>
                <a:ea typeface="Open Sans"/>
                <a:cs typeface="Open Sans"/>
                <a:sym typeface="Open Sans"/>
              </a:rPr>
              <a:t>Here’s why MFCCs are so important for speech processing:</a:t>
            </a:r>
            <a:endParaRPr/>
          </a:p>
          <a:p>
            <a:pPr indent="-347472" lvl="0" marL="347472" rtl="0" algn="l">
              <a:lnSpc>
                <a:spcPct val="100000"/>
              </a:lnSpc>
              <a:spcBef>
                <a:spcPts val="2000"/>
              </a:spcBef>
              <a:spcAft>
                <a:spcPts val="0"/>
              </a:spcAft>
              <a:buClr>
                <a:srgbClr val="5D5D5D"/>
              </a:buClr>
              <a:buSzPts val="1600"/>
              <a:buFont typeface="Open Sans ExtraBold"/>
              <a:buAutoNum type="arabicPeriod"/>
            </a:pPr>
            <a:r>
              <a:rPr b="1" lang="en-US" sz="1600">
                <a:latin typeface="Open Sans"/>
                <a:ea typeface="Open Sans"/>
                <a:cs typeface="Open Sans"/>
                <a:sym typeface="Open Sans"/>
              </a:rPr>
              <a:t>Perceptual Relevance:</a:t>
            </a:r>
            <a:br>
              <a:rPr lang="en-US" sz="1600">
                <a:latin typeface="Open Sans"/>
                <a:ea typeface="Open Sans"/>
                <a:cs typeface="Open Sans"/>
                <a:sym typeface="Open Sans"/>
              </a:rPr>
            </a:br>
            <a:r>
              <a:rPr lang="en-US" sz="1600">
                <a:latin typeface="Open Sans"/>
                <a:ea typeface="Open Sans"/>
                <a:cs typeface="Open Sans"/>
                <a:sym typeface="Open Sans"/>
              </a:rPr>
              <a:t>They are based on the mel scale, which reflects how humans perceive sound frequencies.</a:t>
            </a:r>
            <a:endParaRPr/>
          </a:p>
          <a:p>
            <a:pPr indent="-347472" lvl="0" marL="347472" rtl="0" algn="l">
              <a:lnSpc>
                <a:spcPct val="100000"/>
              </a:lnSpc>
              <a:spcBef>
                <a:spcPts val="2000"/>
              </a:spcBef>
              <a:spcAft>
                <a:spcPts val="0"/>
              </a:spcAft>
              <a:buClr>
                <a:srgbClr val="5D5D5D"/>
              </a:buClr>
              <a:buSzPts val="1600"/>
              <a:buFont typeface="Open Sans ExtraBold"/>
              <a:buAutoNum type="arabicPeriod"/>
            </a:pPr>
            <a:r>
              <a:rPr b="1" lang="en-US" sz="1600">
                <a:latin typeface="Open Sans"/>
                <a:ea typeface="Open Sans"/>
                <a:cs typeface="Open Sans"/>
                <a:sym typeface="Open Sans"/>
              </a:rPr>
              <a:t>Dimensionality Reduction:</a:t>
            </a:r>
            <a:br>
              <a:rPr lang="en-US" sz="1600">
                <a:latin typeface="Open Sans"/>
                <a:ea typeface="Open Sans"/>
                <a:cs typeface="Open Sans"/>
                <a:sym typeface="Open Sans"/>
              </a:rPr>
            </a:br>
            <a:r>
              <a:rPr lang="en-US" sz="1600">
                <a:latin typeface="Open Sans"/>
                <a:ea typeface="Open Sans"/>
                <a:cs typeface="Open Sans"/>
                <a:sym typeface="Open Sans"/>
              </a:rPr>
              <a:t>Instead of working with thousands of raw audio samples, MFCCs provide a compact representation — usually just 12-13 coefficients per time frame.</a:t>
            </a:r>
            <a:endParaRPr/>
          </a:p>
          <a:p>
            <a:pPr indent="-347472" lvl="0" marL="347472" rtl="0" algn="l">
              <a:lnSpc>
                <a:spcPct val="100000"/>
              </a:lnSpc>
              <a:spcBef>
                <a:spcPts val="2000"/>
              </a:spcBef>
              <a:spcAft>
                <a:spcPts val="0"/>
              </a:spcAft>
              <a:buClr>
                <a:srgbClr val="5D5D5D"/>
              </a:buClr>
              <a:buSzPts val="1600"/>
              <a:buFont typeface="Open Sans ExtraBold"/>
              <a:buAutoNum type="arabicPeriod"/>
            </a:pPr>
            <a:r>
              <a:rPr b="1" lang="en-US" sz="1600">
                <a:latin typeface="Open Sans"/>
                <a:ea typeface="Open Sans"/>
                <a:cs typeface="Open Sans"/>
                <a:sym typeface="Open Sans"/>
              </a:rPr>
              <a:t>Robustness:</a:t>
            </a:r>
            <a:br>
              <a:rPr lang="en-US" sz="1600">
                <a:latin typeface="Open Sans"/>
                <a:ea typeface="Open Sans"/>
                <a:cs typeface="Open Sans"/>
                <a:sym typeface="Open Sans"/>
              </a:rPr>
            </a:br>
            <a:r>
              <a:rPr lang="en-US" sz="1600">
                <a:latin typeface="Open Sans"/>
                <a:ea typeface="Open Sans"/>
                <a:cs typeface="Open Sans"/>
                <a:sym typeface="Open Sans"/>
              </a:rPr>
              <a:t>MFCCs are less sensitive to noise and variations in recording conditions, making them a great feature for speech recognition tasks.</a:t>
            </a:r>
            <a:endParaRPr/>
          </a:p>
          <a:p>
            <a:pPr indent="-245872" lvl="0" marL="347472" rtl="0" algn="l">
              <a:lnSpc>
                <a:spcPct val="100000"/>
              </a:lnSpc>
              <a:spcBef>
                <a:spcPts val="2000"/>
              </a:spcBef>
              <a:spcAft>
                <a:spcPts val="0"/>
              </a:spcAft>
              <a:buClr>
                <a:srgbClr val="5D5D5D"/>
              </a:buClr>
              <a:buSzPts val="1600"/>
              <a:buNone/>
            </a:pPr>
            <a:r>
              <a:t/>
            </a:r>
            <a:endParaRPr sz="1600"/>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7" name="Shape 157"/>
        <p:cNvGrpSpPr/>
        <p:nvPr/>
      </p:nvGrpSpPr>
      <p:grpSpPr>
        <a:xfrm>
          <a:off x="0" y="0"/>
          <a:ext cx="0" cy="0"/>
          <a:chOff x="0" y="0"/>
          <a:chExt cx="0" cy="0"/>
        </a:xfrm>
      </p:grpSpPr>
      <p:sp>
        <p:nvSpPr>
          <p:cNvPr id="158" name="Google Shape;158;p7"/>
          <p:cNvSpPr txBox="1"/>
          <p:nvPr>
            <p:ph idx="1" type="body"/>
          </p:nvPr>
        </p:nvSpPr>
        <p:spPr>
          <a:xfrm>
            <a:off x="3154363" y="3044825"/>
            <a:ext cx="5883275" cy="768350"/>
          </a:xfrm>
          <a:prstGeom prst="rect">
            <a:avLst/>
          </a:prstGeom>
          <a:noFill/>
          <a:ln>
            <a:noFill/>
          </a:ln>
        </p:spPr>
        <p:txBody>
          <a:bodyPr anchorCtr="0" anchor="ctr" bIns="45700" lIns="45700" spcFirstLastPara="1" rIns="45700" wrap="square" tIns="45700">
            <a:noAutofit/>
          </a:bodyPr>
          <a:lstStyle/>
          <a:p>
            <a:pPr indent="0" lvl="0" marL="0" rtl="0" algn="ctr">
              <a:lnSpc>
                <a:spcPct val="100000"/>
              </a:lnSpc>
              <a:spcBef>
                <a:spcPts val="0"/>
              </a:spcBef>
              <a:spcAft>
                <a:spcPts val="0"/>
              </a:spcAft>
              <a:buClr>
                <a:schemeClr val="lt1"/>
              </a:buClr>
              <a:buSzPts val="4400"/>
              <a:buNone/>
            </a:pPr>
            <a:r>
              <a:rPr lang="en-US"/>
              <a:t>Introduction to Image Preprocessing</a:t>
            </a:r>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2" name="Shape 162"/>
        <p:cNvGrpSpPr/>
        <p:nvPr/>
      </p:nvGrpSpPr>
      <p:grpSpPr>
        <a:xfrm>
          <a:off x="0" y="0"/>
          <a:ext cx="0" cy="0"/>
          <a:chOff x="0" y="0"/>
          <a:chExt cx="0" cy="0"/>
        </a:xfrm>
      </p:grpSpPr>
      <p:sp>
        <p:nvSpPr>
          <p:cNvPr id="163" name="Google Shape;163;p8"/>
          <p:cNvSpPr txBox="1"/>
          <p:nvPr>
            <p:ph idx="1" type="body"/>
          </p:nvPr>
        </p:nvSpPr>
        <p:spPr>
          <a:xfrm>
            <a:off x="2384425" y="1157288"/>
            <a:ext cx="5883275" cy="646112"/>
          </a:xfrm>
          <a:prstGeom prst="rect">
            <a:avLst/>
          </a:prstGeom>
          <a:noFill/>
          <a:ln>
            <a:noFill/>
          </a:ln>
        </p:spPr>
        <p:txBody>
          <a:bodyPr anchorCtr="0" anchor="ctr" bIns="45700" lIns="45700" spcFirstLastPara="1" rIns="45700" wrap="square" tIns="45700">
            <a:normAutofit fontScale="92500"/>
          </a:bodyPr>
          <a:lstStyle/>
          <a:p>
            <a:pPr indent="0" lvl="0" marL="0" rtl="0" algn="l">
              <a:lnSpc>
                <a:spcPct val="90000"/>
              </a:lnSpc>
              <a:spcBef>
                <a:spcPts val="0"/>
              </a:spcBef>
              <a:spcAft>
                <a:spcPts val="0"/>
              </a:spcAft>
              <a:buClr>
                <a:srgbClr val="5D5D5D"/>
              </a:buClr>
              <a:buSzPct val="100000"/>
              <a:buNone/>
            </a:pPr>
            <a:r>
              <a:rPr lang="en-US"/>
              <a:t>What is Image Preprocessing?</a:t>
            </a:r>
            <a:endParaRPr/>
          </a:p>
        </p:txBody>
      </p:sp>
      <p:sp>
        <p:nvSpPr>
          <p:cNvPr id="164" name="Google Shape;164;p8"/>
          <p:cNvSpPr txBox="1"/>
          <p:nvPr>
            <p:ph idx="2" type="body"/>
          </p:nvPr>
        </p:nvSpPr>
        <p:spPr>
          <a:xfrm>
            <a:off x="2384425" y="2098358"/>
            <a:ext cx="9187815" cy="4668202"/>
          </a:xfrm>
          <a:prstGeom prst="rect">
            <a:avLst/>
          </a:prstGeom>
          <a:noFill/>
          <a:ln>
            <a:noFill/>
          </a:ln>
        </p:spPr>
        <p:txBody>
          <a:bodyPr anchorCtr="0" anchor="t" bIns="45700" lIns="45700" spcFirstLastPara="1" rIns="45700" wrap="square" tIns="45700">
            <a:noAutofit/>
          </a:bodyPr>
          <a:lstStyle/>
          <a:p>
            <a:pPr indent="-347472" lvl="0" marL="347472" rtl="0" algn="l">
              <a:lnSpc>
                <a:spcPct val="200000"/>
              </a:lnSpc>
              <a:spcBef>
                <a:spcPts val="0"/>
              </a:spcBef>
              <a:spcAft>
                <a:spcPts val="0"/>
              </a:spcAft>
              <a:buClr>
                <a:srgbClr val="5D5D5D"/>
              </a:buClr>
              <a:buSzPts val="1600"/>
              <a:buNone/>
            </a:pPr>
            <a:r>
              <a:rPr lang="en-US" sz="1600">
                <a:latin typeface="Open Sans"/>
                <a:ea typeface="Open Sans"/>
                <a:cs typeface="Open Sans"/>
                <a:sym typeface="Open Sans"/>
              </a:rPr>
              <a:t>Before training any machine learning model to understand images, we need to </a:t>
            </a:r>
            <a:r>
              <a:rPr b="1" lang="en-US" sz="1600">
                <a:latin typeface="Open Sans"/>
                <a:ea typeface="Open Sans"/>
                <a:cs typeface="Open Sans"/>
                <a:sym typeface="Open Sans"/>
              </a:rPr>
              <a:t>prepare the data</a:t>
            </a:r>
            <a:r>
              <a:rPr lang="en-US" sz="1600">
                <a:latin typeface="Open Sans"/>
                <a:ea typeface="Open Sans"/>
                <a:cs typeface="Open Sans"/>
                <a:sym typeface="Open Sans"/>
              </a:rPr>
              <a:t> properly. This is called </a:t>
            </a:r>
            <a:r>
              <a:rPr b="1" lang="en-US" sz="1600">
                <a:latin typeface="Open Sans"/>
                <a:ea typeface="Open Sans"/>
                <a:cs typeface="Open Sans"/>
                <a:sym typeface="Open Sans"/>
              </a:rPr>
              <a:t>data preprocessing</a:t>
            </a:r>
            <a:r>
              <a:rPr lang="en-US" sz="1600">
                <a:latin typeface="Open Sans"/>
                <a:ea typeface="Open Sans"/>
                <a:cs typeface="Open Sans"/>
                <a:sym typeface="Open Sans"/>
              </a:rPr>
              <a:t>, and it's crucial for successful computer vision tasks.</a:t>
            </a:r>
            <a:endParaRPr/>
          </a:p>
          <a:p>
            <a:pPr indent="-347472" lvl="0" marL="347472" rtl="0" algn="l">
              <a:lnSpc>
                <a:spcPct val="200000"/>
              </a:lnSpc>
              <a:spcBef>
                <a:spcPts val="2000"/>
              </a:spcBef>
              <a:spcAft>
                <a:spcPts val="0"/>
              </a:spcAft>
              <a:buClr>
                <a:srgbClr val="5D5D5D"/>
              </a:buClr>
              <a:buSzPts val="1600"/>
              <a:buFont typeface="Arial"/>
              <a:buChar char="•"/>
            </a:pPr>
            <a:r>
              <a:rPr b="1" lang="en-US" sz="1600">
                <a:latin typeface="Open Sans"/>
                <a:ea typeface="Open Sans"/>
                <a:cs typeface="Open Sans"/>
                <a:sym typeface="Open Sans"/>
              </a:rPr>
              <a:t>Why is it Important?</a:t>
            </a:r>
            <a:endParaRPr sz="1600">
              <a:latin typeface="Open Sans"/>
              <a:ea typeface="Open Sans"/>
              <a:cs typeface="Open Sans"/>
              <a:sym typeface="Open Sans"/>
            </a:endParaRPr>
          </a:p>
          <a:p>
            <a:pPr indent="-285750" lvl="1" marL="742950" rtl="0" algn="l">
              <a:lnSpc>
                <a:spcPct val="200000"/>
              </a:lnSpc>
              <a:spcBef>
                <a:spcPts val="3000"/>
              </a:spcBef>
              <a:spcAft>
                <a:spcPts val="0"/>
              </a:spcAft>
              <a:buClr>
                <a:srgbClr val="5D5D5D"/>
              </a:buClr>
              <a:buSzPts val="1600"/>
              <a:buFont typeface="Arial"/>
              <a:buChar char="•"/>
            </a:pPr>
            <a:r>
              <a:rPr lang="en-US" sz="1600">
                <a:latin typeface="Open Sans"/>
                <a:ea typeface="Open Sans"/>
                <a:cs typeface="Open Sans"/>
                <a:sym typeface="Open Sans"/>
              </a:rPr>
              <a:t>Real-world images can be </a:t>
            </a:r>
            <a:r>
              <a:rPr b="1" lang="en-US" sz="1600">
                <a:latin typeface="Open Sans"/>
                <a:ea typeface="Open Sans"/>
                <a:cs typeface="Open Sans"/>
                <a:sym typeface="Open Sans"/>
              </a:rPr>
              <a:t>messy</a:t>
            </a:r>
            <a:r>
              <a:rPr lang="en-US" sz="1600">
                <a:latin typeface="Open Sans"/>
                <a:ea typeface="Open Sans"/>
                <a:cs typeface="Open Sans"/>
                <a:sym typeface="Open Sans"/>
              </a:rPr>
              <a:t>.</a:t>
            </a:r>
            <a:endParaRPr/>
          </a:p>
          <a:p>
            <a:pPr indent="-285750" lvl="1" marL="742950" rtl="0" algn="l">
              <a:lnSpc>
                <a:spcPct val="200000"/>
              </a:lnSpc>
              <a:spcBef>
                <a:spcPts val="1000"/>
              </a:spcBef>
              <a:spcAft>
                <a:spcPts val="0"/>
              </a:spcAft>
              <a:buClr>
                <a:srgbClr val="5D5D5D"/>
              </a:buClr>
              <a:buSzPts val="1600"/>
              <a:buFont typeface="Arial"/>
              <a:buChar char="•"/>
            </a:pPr>
            <a:r>
              <a:rPr lang="en-US" sz="1600">
                <a:latin typeface="Open Sans"/>
                <a:ea typeface="Open Sans"/>
                <a:cs typeface="Open Sans"/>
                <a:sym typeface="Open Sans"/>
              </a:rPr>
              <a:t>They may have </a:t>
            </a:r>
            <a:r>
              <a:rPr b="1" lang="en-US" sz="1600">
                <a:latin typeface="Open Sans"/>
                <a:ea typeface="Open Sans"/>
                <a:cs typeface="Open Sans"/>
                <a:sym typeface="Open Sans"/>
              </a:rPr>
              <a:t>varying sizes</a:t>
            </a:r>
            <a:r>
              <a:rPr lang="en-US" sz="1600">
                <a:latin typeface="Open Sans"/>
                <a:ea typeface="Open Sans"/>
                <a:cs typeface="Open Sans"/>
                <a:sym typeface="Open Sans"/>
              </a:rPr>
              <a:t>, </a:t>
            </a:r>
            <a:r>
              <a:rPr b="1" lang="en-US" sz="1600">
                <a:latin typeface="Open Sans"/>
                <a:ea typeface="Open Sans"/>
                <a:cs typeface="Open Sans"/>
                <a:sym typeface="Open Sans"/>
              </a:rPr>
              <a:t>lighting conditions</a:t>
            </a:r>
            <a:r>
              <a:rPr lang="en-US" sz="1600">
                <a:latin typeface="Open Sans"/>
                <a:ea typeface="Open Sans"/>
                <a:cs typeface="Open Sans"/>
                <a:sym typeface="Open Sans"/>
              </a:rPr>
              <a:t>, and </a:t>
            </a:r>
            <a:r>
              <a:rPr b="1" lang="en-US" sz="1600">
                <a:latin typeface="Open Sans"/>
                <a:ea typeface="Open Sans"/>
                <a:cs typeface="Open Sans"/>
                <a:sym typeface="Open Sans"/>
              </a:rPr>
              <a:t>noise</a:t>
            </a:r>
            <a:r>
              <a:rPr lang="en-US" sz="1600">
                <a:latin typeface="Open Sans"/>
                <a:ea typeface="Open Sans"/>
                <a:cs typeface="Open Sans"/>
                <a:sym typeface="Open Sans"/>
              </a:rPr>
              <a:t>.</a:t>
            </a:r>
            <a:endParaRPr/>
          </a:p>
          <a:p>
            <a:pPr indent="-285750" lvl="1" marL="742950" rtl="0" algn="l">
              <a:lnSpc>
                <a:spcPct val="200000"/>
              </a:lnSpc>
              <a:spcBef>
                <a:spcPts val="1000"/>
              </a:spcBef>
              <a:spcAft>
                <a:spcPts val="0"/>
              </a:spcAft>
              <a:buClr>
                <a:srgbClr val="5D5D5D"/>
              </a:buClr>
              <a:buSzPts val="1600"/>
              <a:buFont typeface="Arial"/>
              <a:buChar char="•"/>
            </a:pPr>
            <a:r>
              <a:rPr lang="en-US" sz="1600">
                <a:latin typeface="Open Sans"/>
                <a:ea typeface="Open Sans"/>
                <a:cs typeface="Open Sans"/>
                <a:sym typeface="Open Sans"/>
              </a:rPr>
              <a:t>Feeding raw images into a model can result in </a:t>
            </a:r>
            <a:r>
              <a:rPr b="1" lang="en-US" sz="1600">
                <a:latin typeface="Open Sans"/>
                <a:ea typeface="Open Sans"/>
                <a:cs typeface="Open Sans"/>
                <a:sym typeface="Open Sans"/>
              </a:rPr>
              <a:t>poor performance</a:t>
            </a:r>
            <a:r>
              <a:rPr lang="en-US" sz="1600">
                <a:latin typeface="Open Sans"/>
                <a:ea typeface="Open Sans"/>
                <a:cs typeface="Open Sans"/>
                <a:sym typeface="Open Sans"/>
              </a:rPr>
              <a:t>.</a:t>
            </a:r>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8" name="Shape 168"/>
        <p:cNvGrpSpPr/>
        <p:nvPr/>
      </p:nvGrpSpPr>
      <p:grpSpPr>
        <a:xfrm>
          <a:off x="0" y="0"/>
          <a:ext cx="0" cy="0"/>
          <a:chOff x="0" y="0"/>
          <a:chExt cx="0" cy="0"/>
        </a:xfrm>
      </p:grpSpPr>
      <p:sp>
        <p:nvSpPr>
          <p:cNvPr id="169" name="Google Shape;169;p9"/>
          <p:cNvSpPr txBox="1"/>
          <p:nvPr>
            <p:ph idx="1" type="body"/>
          </p:nvPr>
        </p:nvSpPr>
        <p:spPr>
          <a:xfrm>
            <a:off x="2384425" y="1157288"/>
            <a:ext cx="5883275" cy="646112"/>
          </a:xfrm>
          <a:prstGeom prst="rect">
            <a:avLst/>
          </a:prstGeom>
          <a:noFill/>
          <a:ln>
            <a:noFill/>
          </a:ln>
        </p:spPr>
        <p:txBody>
          <a:bodyPr anchorCtr="0" anchor="ctr" bIns="45700" lIns="45700" spcFirstLastPara="1" rIns="45700" wrap="square" tIns="45700">
            <a:normAutofit/>
          </a:bodyPr>
          <a:lstStyle/>
          <a:p>
            <a:pPr indent="0" lvl="0" marL="0" rtl="0" algn="l">
              <a:lnSpc>
                <a:spcPct val="90000"/>
              </a:lnSpc>
              <a:spcBef>
                <a:spcPts val="0"/>
              </a:spcBef>
              <a:spcAft>
                <a:spcPts val="0"/>
              </a:spcAft>
              <a:buClr>
                <a:srgbClr val="5D5D5D"/>
              </a:buClr>
              <a:buSzPts val="3600"/>
              <a:buNone/>
            </a:pPr>
            <a:r>
              <a:rPr lang="en-US"/>
              <a:t>Key Preprocessing Steps</a:t>
            </a:r>
            <a:endParaRPr/>
          </a:p>
        </p:txBody>
      </p:sp>
      <p:sp>
        <p:nvSpPr>
          <p:cNvPr id="170" name="Google Shape;170;p9"/>
          <p:cNvSpPr txBox="1"/>
          <p:nvPr>
            <p:ph idx="2" type="body"/>
          </p:nvPr>
        </p:nvSpPr>
        <p:spPr>
          <a:xfrm>
            <a:off x="2393950" y="2545269"/>
            <a:ext cx="7837170" cy="3046988"/>
          </a:xfrm>
          <a:prstGeom prst="rect">
            <a:avLst/>
          </a:prstGeom>
          <a:noFill/>
          <a:ln>
            <a:noFill/>
          </a:ln>
        </p:spPr>
        <p:txBody>
          <a:bodyPr anchorCtr="0" anchor="ctr" bIns="45700" lIns="91425" spcFirstLastPara="1" rIns="91425" wrap="square" tIns="45700">
            <a:spAutoFit/>
          </a:bodyPr>
          <a:lstStyle/>
          <a:p>
            <a:pPr indent="0" lvl="0" marL="0" marR="0" rtl="0" algn="l">
              <a:lnSpc>
                <a:spcPct val="100000"/>
              </a:lnSpc>
              <a:spcBef>
                <a:spcPts val="0"/>
              </a:spcBef>
              <a:spcAft>
                <a:spcPts val="0"/>
              </a:spcAft>
              <a:buClr>
                <a:schemeClr val="dk1"/>
              </a:buClr>
              <a:buSzPts val="1600"/>
              <a:buFont typeface="Open Sans"/>
              <a:buChar char="•"/>
            </a:pPr>
            <a:r>
              <a:rPr b="1" i="0" lang="en-US" sz="1600" u="none" cap="none" strike="noStrike">
                <a:solidFill>
                  <a:schemeClr val="dk1"/>
                </a:solidFill>
                <a:latin typeface="Open Sans"/>
                <a:ea typeface="Open Sans"/>
                <a:cs typeface="Open Sans"/>
                <a:sym typeface="Open Sans"/>
              </a:rPr>
              <a:t>Resizing Images</a:t>
            </a:r>
            <a:r>
              <a:rPr b="0" i="0" lang="en-US" sz="1600" u="none" cap="none" strike="noStrike">
                <a:solidFill>
                  <a:schemeClr val="dk1"/>
                </a:solidFill>
                <a:latin typeface="Open Sans"/>
                <a:ea typeface="Open Sans"/>
                <a:cs typeface="Open Sans"/>
                <a:sym typeface="Open Sans"/>
              </a:rPr>
              <a:t>:</a:t>
            </a:r>
            <a:br>
              <a:rPr b="0" i="0" lang="en-US" sz="1600" u="none" cap="none" strike="noStrike">
                <a:solidFill>
                  <a:schemeClr val="dk1"/>
                </a:solidFill>
                <a:latin typeface="Open Sans"/>
                <a:ea typeface="Open Sans"/>
                <a:cs typeface="Open Sans"/>
                <a:sym typeface="Open Sans"/>
              </a:rPr>
            </a:br>
            <a:r>
              <a:rPr b="0" i="0" lang="en-US" sz="1600" u="none" cap="none" strike="noStrike">
                <a:solidFill>
                  <a:schemeClr val="dk1"/>
                </a:solidFill>
                <a:latin typeface="Open Sans"/>
                <a:ea typeface="Open Sans"/>
                <a:cs typeface="Open Sans"/>
                <a:sym typeface="Open Sans"/>
              </a:rPr>
              <a:t>Ensure all images are the same </a:t>
            </a:r>
            <a:r>
              <a:rPr b="1" i="0" lang="en-US" sz="1600" u="none" cap="none" strike="noStrike">
                <a:solidFill>
                  <a:schemeClr val="dk1"/>
                </a:solidFill>
                <a:latin typeface="Open Sans"/>
                <a:ea typeface="Open Sans"/>
                <a:cs typeface="Open Sans"/>
                <a:sym typeface="Open Sans"/>
              </a:rPr>
              <a:t>size</a:t>
            </a:r>
            <a:r>
              <a:rPr b="0" i="0" lang="en-US" sz="1600" u="none" cap="none" strike="noStrike">
                <a:solidFill>
                  <a:schemeClr val="dk1"/>
                </a:solidFill>
                <a:latin typeface="Open Sans"/>
                <a:ea typeface="Open Sans"/>
                <a:cs typeface="Open Sans"/>
                <a:sym typeface="Open Sans"/>
              </a:rPr>
              <a:t> so they can be fed into a model.</a:t>
            </a:r>
            <a:endParaRPr/>
          </a:p>
          <a:p>
            <a:pPr indent="0" lvl="0" marL="0" marR="0" rtl="0" algn="l">
              <a:lnSpc>
                <a:spcPct val="100000"/>
              </a:lnSpc>
              <a:spcBef>
                <a:spcPts val="0"/>
              </a:spcBef>
              <a:spcAft>
                <a:spcPts val="0"/>
              </a:spcAft>
              <a:buClr>
                <a:srgbClr val="5D5D5D"/>
              </a:buClr>
              <a:buSzPts val="1600"/>
              <a:buFont typeface="Open Sans Light"/>
              <a:buNone/>
            </a:pPr>
            <a:r>
              <a:t/>
            </a:r>
            <a:endParaRPr b="0" i="0" sz="1600" u="none" cap="none" strike="noStrike">
              <a:solidFill>
                <a:schemeClr val="dk1"/>
              </a:solidFill>
              <a:latin typeface="Open Sans"/>
              <a:ea typeface="Open Sans"/>
              <a:cs typeface="Open Sans"/>
              <a:sym typeface="Open Sans"/>
            </a:endParaRPr>
          </a:p>
          <a:p>
            <a:pPr indent="0" lvl="0" marL="0" marR="0" rtl="0" algn="l">
              <a:lnSpc>
                <a:spcPct val="100000"/>
              </a:lnSpc>
              <a:spcBef>
                <a:spcPts val="0"/>
              </a:spcBef>
              <a:spcAft>
                <a:spcPts val="0"/>
              </a:spcAft>
              <a:buClr>
                <a:schemeClr val="dk1"/>
              </a:buClr>
              <a:buSzPts val="1600"/>
              <a:buFont typeface="Open Sans"/>
              <a:buChar char="•"/>
            </a:pPr>
            <a:r>
              <a:rPr b="1" i="0" lang="en-US" sz="1600" u="none" cap="none" strike="noStrike">
                <a:solidFill>
                  <a:schemeClr val="dk1"/>
                </a:solidFill>
                <a:latin typeface="Open Sans"/>
                <a:ea typeface="Open Sans"/>
                <a:cs typeface="Open Sans"/>
                <a:sym typeface="Open Sans"/>
              </a:rPr>
              <a:t>Normalization</a:t>
            </a:r>
            <a:r>
              <a:rPr b="0" i="0" lang="en-US" sz="1600" u="none" cap="none" strike="noStrike">
                <a:solidFill>
                  <a:schemeClr val="dk1"/>
                </a:solidFill>
                <a:latin typeface="Open Sans"/>
                <a:ea typeface="Open Sans"/>
                <a:cs typeface="Open Sans"/>
                <a:sym typeface="Open Sans"/>
              </a:rPr>
              <a:t>:</a:t>
            </a:r>
            <a:br>
              <a:rPr b="0" i="0" lang="en-US" sz="1600" u="none" cap="none" strike="noStrike">
                <a:solidFill>
                  <a:schemeClr val="dk1"/>
                </a:solidFill>
                <a:latin typeface="Open Sans"/>
                <a:ea typeface="Open Sans"/>
                <a:cs typeface="Open Sans"/>
                <a:sym typeface="Open Sans"/>
              </a:rPr>
            </a:br>
            <a:r>
              <a:rPr b="0" i="0" lang="en-US" sz="1600" u="none" cap="none" strike="noStrike">
                <a:solidFill>
                  <a:schemeClr val="dk1"/>
                </a:solidFill>
                <a:latin typeface="Open Sans"/>
                <a:ea typeface="Open Sans"/>
                <a:cs typeface="Open Sans"/>
                <a:sym typeface="Open Sans"/>
              </a:rPr>
              <a:t>Adjust pixel values to a </a:t>
            </a:r>
            <a:r>
              <a:rPr b="1" i="0" lang="en-US" sz="1600" u="none" cap="none" strike="noStrike">
                <a:solidFill>
                  <a:schemeClr val="dk1"/>
                </a:solidFill>
                <a:latin typeface="Open Sans"/>
                <a:ea typeface="Open Sans"/>
                <a:cs typeface="Open Sans"/>
                <a:sym typeface="Open Sans"/>
              </a:rPr>
              <a:t>standard range</a:t>
            </a:r>
            <a:r>
              <a:rPr b="0" i="0" lang="en-US" sz="1600" u="none" cap="none" strike="noStrike">
                <a:solidFill>
                  <a:schemeClr val="dk1"/>
                </a:solidFill>
                <a:latin typeface="Open Sans"/>
                <a:ea typeface="Open Sans"/>
                <a:cs typeface="Open Sans"/>
                <a:sym typeface="Open Sans"/>
              </a:rPr>
              <a:t> (e.g., 0-1 or -1 to 1) for stable training.</a:t>
            </a:r>
            <a:endParaRPr/>
          </a:p>
          <a:p>
            <a:pPr indent="0" lvl="0" marL="0" marR="0" rtl="0" algn="l">
              <a:lnSpc>
                <a:spcPct val="100000"/>
              </a:lnSpc>
              <a:spcBef>
                <a:spcPts val="0"/>
              </a:spcBef>
              <a:spcAft>
                <a:spcPts val="0"/>
              </a:spcAft>
              <a:buClr>
                <a:srgbClr val="5D5D5D"/>
              </a:buClr>
              <a:buSzPts val="1600"/>
              <a:buFont typeface="Open Sans Light"/>
              <a:buNone/>
            </a:pPr>
            <a:r>
              <a:t/>
            </a:r>
            <a:endParaRPr b="0" i="0" sz="1600" u="none" cap="none" strike="noStrike">
              <a:solidFill>
                <a:schemeClr val="dk1"/>
              </a:solidFill>
              <a:latin typeface="Open Sans"/>
              <a:ea typeface="Open Sans"/>
              <a:cs typeface="Open Sans"/>
              <a:sym typeface="Open Sans"/>
            </a:endParaRPr>
          </a:p>
          <a:p>
            <a:pPr indent="0" lvl="0" marL="0" marR="0" rtl="0" algn="l">
              <a:lnSpc>
                <a:spcPct val="100000"/>
              </a:lnSpc>
              <a:spcBef>
                <a:spcPts val="0"/>
              </a:spcBef>
              <a:spcAft>
                <a:spcPts val="0"/>
              </a:spcAft>
              <a:buClr>
                <a:schemeClr val="dk1"/>
              </a:buClr>
              <a:buSzPts val="1600"/>
              <a:buFont typeface="Open Sans"/>
              <a:buChar char="•"/>
            </a:pPr>
            <a:r>
              <a:rPr b="1" i="0" lang="en-US" sz="1600" u="none" cap="none" strike="noStrike">
                <a:solidFill>
                  <a:schemeClr val="dk1"/>
                </a:solidFill>
                <a:latin typeface="Open Sans"/>
                <a:ea typeface="Open Sans"/>
                <a:cs typeface="Open Sans"/>
                <a:sym typeface="Open Sans"/>
              </a:rPr>
              <a:t>Augmentation</a:t>
            </a:r>
            <a:r>
              <a:rPr b="0" i="0" lang="en-US" sz="1600" u="none" cap="none" strike="noStrike">
                <a:solidFill>
                  <a:schemeClr val="dk1"/>
                </a:solidFill>
                <a:latin typeface="Open Sans"/>
                <a:ea typeface="Open Sans"/>
                <a:cs typeface="Open Sans"/>
                <a:sym typeface="Open Sans"/>
              </a:rPr>
              <a:t>:</a:t>
            </a:r>
            <a:br>
              <a:rPr b="0" i="0" lang="en-US" sz="1600" u="none" cap="none" strike="noStrike">
                <a:solidFill>
                  <a:schemeClr val="dk1"/>
                </a:solidFill>
                <a:latin typeface="Open Sans"/>
                <a:ea typeface="Open Sans"/>
                <a:cs typeface="Open Sans"/>
                <a:sym typeface="Open Sans"/>
              </a:rPr>
            </a:br>
            <a:r>
              <a:rPr b="0" i="0" lang="en-US" sz="1600" u="none" cap="none" strike="noStrike">
                <a:solidFill>
                  <a:schemeClr val="dk1"/>
                </a:solidFill>
                <a:latin typeface="Open Sans"/>
                <a:ea typeface="Open Sans"/>
                <a:cs typeface="Open Sans"/>
                <a:sym typeface="Open Sans"/>
              </a:rPr>
              <a:t>Add variety to the dataset by artificially altering images (rotation, flipping, scaling) to make the model more robust.</a:t>
            </a:r>
            <a:endParaRPr/>
          </a:p>
          <a:p>
            <a:pPr indent="0" lvl="0" marL="0" marR="0" rtl="0" algn="l">
              <a:lnSpc>
                <a:spcPct val="100000"/>
              </a:lnSpc>
              <a:spcBef>
                <a:spcPts val="0"/>
              </a:spcBef>
              <a:spcAft>
                <a:spcPts val="0"/>
              </a:spcAft>
              <a:buClr>
                <a:srgbClr val="5D5D5D"/>
              </a:buClr>
              <a:buSzPts val="1600"/>
              <a:buFont typeface="Open Sans Light"/>
              <a:buNone/>
            </a:pPr>
            <a:r>
              <a:t/>
            </a:r>
            <a:endParaRPr b="0" i="0" sz="1600" u="none" cap="none" strike="noStrike">
              <a:solidFill>
                <a:schemeClr val="dk1"/>
              </a:solidFill>
              <a:latin typeface="Open Sans"/>
              <a:ea typeface="Open Sans"/>
              <a:cs typeface="Open Sans"/>
              <a:sym typeface="Open Sans"/>
            </a:endParaRPr>
          </a:p>
          <a:p>
            <a:pPr indent="0" lvl="0" marL="0" marR="0" rtl="0" algn="l">
              <a:lnSpc>
                <a:spcPct val="100000"/>
              </a:lnSpc>
              <a:spcBef>
                <a:spcPts val="0"/>
              </a:spcBef>
              <a:spcAft>
                <a:spcPts val="0"/>
              </a:spcAft>
              <a:buClr>
                <a:schemeClr val="dk1"/>
              </a:buClr>
              <a:buSzPts val="1600"/>
              <a:buFont typeface="Open Sans"/>
              <a:buChar char="•"/>
            </a:pPr>
            <a:r>
              <a:rPr b="1" i="0" lang="en-US" sz="1600" u="none" cap="none" strike="noStrike">
                <a:solidFill>
                  <a:schemeClr val="dk1"/>
                </a:solidFill>
                <a:latin typeface="Open Sans"/>
                <a:ea typeface="Open Sans"/>
                <a:cs typeface="Open Sans"/>
                <a:sym typeface="Open Sans"/>
              </a:rPr>
              <a:t>Denoising</a:t>
            </a:r>
            <a:r>
              <a:rPr b="0" i="0" lang="en-US" sz="1600" u="none" cap="none" strike="noStrike">
                <a:solidFill>
                  <a:schemeClr val="dk1"/>
                </a:solidFill>
                <a:latin typeface="Open Sans"/>
                <a:ea typeface="Open Sans"/>
                <a:cs typeface="Open Sans"/>
                <a:sym typeface="Open Sans"/>
              </a:rPr>
              <a:t>:</a:t>
            </a:r>
            <a:br>
              <a:rPr b="0" i="0" lang="en-US" sz="1600" u="none" cap="none" strike="noStrike">
                <a:solidFill>
                  <a:schemeClr val="dk1"/>
                </a:solidFill>
                <a:latin typeface="Open Sans"/>
                <a:ea typeface="Open Sans"/>
                <a:cs typeface="Open Sans"/>
                <a:sym typeface="Open Sans"/>
              </a:rPr>
            </a:br>
            <a:r>
              <a:rPr b="0" i="0" lang="en-US" sz="1600" u="none" cap="none" strike="noStrike">
                <a:solidFill>
                  <a:schemeClr val="dk1"/>
                </a:solidFill>
                <a:latin typeface="Open Sans"/>
                <a:ea typeface="Open Sans"/>
                <a:cs typeface="Open Sans"/>
                <a:sym typeface="Open Sans"/>
              </a:rPr>
              <a:t>Reduce noise and irrelevant details to enhance important features.</a:t>
            </a:r>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4" name="Shape 174"/>
        <p:cNvGrpSpPr/>
        <p:nvPr/>
      </p:nvGrpSpPr>
      <p:grpSpPr>
        <a:xfrm>
          <a:off x="0" y="0"/>
          <a:ext cx="0" cy="0"/>
          <a:chOff x="0" y="0"/>
          <a:chExt cx="0" cy="0"/>
        </a:xfrm>
      </p:grpSpPr>
      <p:sp>
        <p:nvSpPr>
          <p:cNvPr id="175" name="Google Shape;175;p10"/>
          <p:cNvSpPr txBox="1"/>
          <p:nvPr>
            <p:ph idx="1" type="body"/>
          </p:nvPr>
        </p:nvSpPr>
        <p:spPr>
          <a:xfrm>
            <a:off x="2384425" y="1157288"/>
            <a:ext cx="5883275" cy="646112"/>
          </a:xfrm>
          <a:prstGeom prst="rect">
            <a:avLst/>
          </a:prstGeom>
          <a:noFill/>
          <a:ln>
            <a:noFill/>
          </a:ln>
        </p:spPr>
        <p:txBody>
          <a:bodyPr anchorCtr="0" anchor="ctr" bIns="45700" lIns="45700" spcFirstLastPara="1" rIns="45700" wrap="square" tIns="45700">
            <a:normAutofit fontScale="77500" lnSpcReduction="20000"/>
          </a:bodyPr>
          <a:lstStyle/>
          <a:p>
            <a:pPr indent="0" lvl="0" marL="0" rtl="0" algn="l">
              <a:lnSpc>
                <a:spcPct val="90000"/>
              </a:lnSpc>
              <a:spcBef>
                <a:spcPts val="0"/>
              </a:spcBef>
              <a:spcAft>
                <a:spcPts val="0"/>
              </a:spcAft>
              <a:buClr>
                <a:srgbClr val="5D5D5D"/>
              </a:buClr>
              <a:buSzPct val="100000"/>
              <a:buNone/>
            </a:pPr>
            <a:r>
              <a:rPr lang="en-US"/>
              <a:t>Data Augmentation for Robustness</a:t>
            </a:r>
            <a:endParaRPr/>
          </a:p>
        </p:txBody>
      </p:sp>
      <p:sp>
        <p:nvSpPr>
          <p:cNvPr id="176" name="Google Shape;176;p10"/>
          <p:cNvSpPr txBox="1"/>
          <p:nvPr>
            <p:ph idx="2" type="body"/>
          </p:nvPr>
        </p:nvSpPr>
        <p:spPr>
          <a:xfrm>
            <a:off x="2393950" y="1841647"/>
            <a:ext cx="8900193" cy="4454233"/>
          </a:xfrm>
          <a:prstGeom prst="rect">
            <a:avLst/>
          </a:prstGeom>
          <a:noFill/>
          <a:ln>
            <a:noFill/>
          </a:ln>
        </p:spPr>
        <p:txBody>
          <a:bodyPr anchorCtr="0" anchor="ctr" bIns="45700" lIns="91425" spcFirstLastPara="1" rIns="91425" wrap="square" tIns="45700">
            <a:spAutoFit/>
          </a:bodyPr>
          <a:lstStyle/>
          <a:p>
            <a:pPr indent="0" lvl="0" marL="0" marR="0" rtl="0" algn="l">
              <a:lnSpc>
                <a:spcPct val="200000"/>
              </a:lnSpc>
              <a:spcBef>
                <a:spcPts val="0"/>
              </a:spcBef>
              <a:spcAft>
                <a:spcPts val="0"/>
              </a:spcAft>
              <a:buClr>
                <a:schemeClr val="dk1"/>
              </a:buClr>
              <a:buSzPts val="1600"/>
              <a:buNone/>
            </a:pPr>
            <a:r>
              <a:rPr b="1" i="0" lang="en-US" sz="1600" u="none" cap="none" strike="noStrike">
                <a:solidFill>
                  <a:schemeClr val="dk1"/>
                </a:solidFill>
                <a:latin typeface="Open Sans"/>
                <a:ea typeface="Open Sans"/>
                <a:cs typeface="Open Sans"/>
                <a:sym typeface="Open Sans"/>
              </a:rPr>
              <a:t>Why Augment Data?</a:t>
            </a:r>
            <a:endParaRPr b="0" i="0" sz="1600" u="none" cap="none" strike="noStrike">
              <a:solidFill>
                <a:schemeClr val="dk1"/>
              </a:solidFill>
              <a:latin typeface="Open Sans"/>
              <a:ea typeface="Open Sans"/>
              <a:cs typeface="Open Sans"/>
              <a:sym typeface="Open Sans"/>
            </a:endParaRPr>
          </a:p>
          <a:p>
            <a:pPr indent="0" lvl="0" marL="0" marR="0" rtl="0" algn="l">
              <a:lnSpc>
                <a:spcPct val="200000"/>
              </a:lnSpc>
              <a:spcBef>
                <a:spcPts val="0"/>
              </a:spcBef>
              <a:spcAft>
                <a:spcPts val="0"/>
              </a:spcAft>
              <a:buClr>
                <a:schemeClr val="dk1"/>
              </a:buClr>
              <a:buSzPts val="1600"/>
              <a:buFont typeface="Open Sans"/>
              <a:buChar char="•"/>
            </a:pPr>
            <a:r>
              <a:rPr b="1" i="0" lang="en-US" sz="1600" u="none" cap="none" strike="noStrike">
                <a:solidFill>
                  <a:schemeClr val="dk1"/>
                </a:solidFill>
                <a:latin typeface="Open Sans"/>
                <a:ea typeface="Open Sans"/>
                <a:cs typeface="Open Sans"/>
                <a:sym typeface="Open Sans"/>
              </a:rPr>
              <a:t>More Data</a:t>
            </a:r>
            <a:r>
              <a:rPr b="0" i="0" lang="en-US" sz="1600" u="none" cap="none" strike="noStrike">
                <a:solidFill>
                  <a:schemeClr val="dk1"/>
                </a:solidFill>
                <a:latin typeface="Open Sans"/>
                <a:ea typeface="Open Sans"/>
                <a:cs typeface="Open Sans"/>
                <a:sym typeface="Open Sans"/>
              </a:rPr>
              <a:t>: Generate more training examples from the original dataset.</a:t>
            </a:r>
            <a:endParaRPr/>
          </a:p>
          <a:p>
            <a:pPr indent="0" lvl="0" marL="0" marR="0" rtl="0" algn="l">
              <a:lnSpc>
                <a:spcPct val="200000"/>
              </a:lnSpc>
              <a:spcBef>
                <a:spcPts val="0"/>
              </a:spcBef>
              <a:spcAft>
                <a:spcPts val="0"/>
              </a:spcAft>
              <a:buClr>
                <a:schemeClr val="dk1"/>
              </a:buClr>
              <a:buSzPts val="1600"/>
              <a:buFont typeface="Open Sans"/>
              <a:buChar char="•"/>
            </a:pPr>
            <a:r>
              <a:rPr b="1" i="0" lang="en-US" sz="1600" u="none" cap="none" strike="noStrike">
                <a:solidFill>
                  <a:schemeClr val="dk1"/>
                </a:solidFill>
                <a:latin typeface="Open Sans"/>
                <a:ea typeface="Open Sans"/>
                <a:cs typeface="Open Sans"/>
                <a:sym typeface="Open Sans"/>
              </a:rPr>
              <a:t>Prevent Overfitting</a:t>
            </a:r>
            <a:r>
              <a:rPr b="0" i="0" lang="en-US" sz="1600" u="none" cap="none" strike="noStrike">
                <a:solidFill>
                  <a:schemeClr val="dk1"/>
                </a:solidFill>
                <a:latin typeface="Open Sans"/>
                <a:ea typeface="Open Sans"/>
                <a:cs typeface="Open Sans"/>
                <a:sym typeface="Open Sans"/>
              </a:rPr>
              <a:t>: Introduce diversity so the model doesn’t memorize the training data.</a:t>
            </a:r>
            <a:endParaRPr/>
          </a:p>
          <a:p>
            <a:pPr indent="0" lvl="0" marL="0" marR="0" rtl="0" algn="l">
              <a:lnSpc>
                <a:spcPct val="200000"/>
              </a:lnSpc>
              <a:spcBef>
                <a:spcPts val="0"/>
              </a:spcBef>
              <a:spcAft>
                <a:spcPts val="0"/>
              </a:spcAft>
              <a:buClr>
                <a:srgbClr val="5D5D5D"/>
              </a:buClr>
              <a:buSzPts val="1600"/>
              <a:buFont typeface="Open Sans Light"/>
              <a:buNone/>
            </a:pPr>
            <a:r>
              <a:t/>
            </a:r>
            <a:endParaRPr b="0" i="0" sz="1600" u="none" cap="none" strike="noStrike">
              <a:solidFill>
                <a:schemeClr val="dk1"/>
              </a:solidFill>
              <a:latin typeface="Open Sans"/>
              <a:ea typeface="Open Sans"/>
              <a:cs typeface="Open Sans"/>
              <a:sym typeface="Open Sans"/>
            </a:endParaRPr>
          </a:p>
          <a:p>
            <a:pPr indent="0" lvl="0" marL="0" marR="0" rtl="0" algn="l">
              <a:lnSpc>
                <a:spcPct val="200000"/>
              </a:lnSpc>
              <a:spcBef>
                <a:spcPts val="0"/>
              </a:spcBef>
              <a:spcAft>
                <a:spcPts val="0"/>
              </a:spcAft>
              <a:buClr>
                <a:schemeClr val="dk1"/>
              </a:buClr>
              <a:buSzPts val="1600"/>
              <a:buNone/>
            </a:pPr>
            <a:r>
              <a:rPr b="1" i="0" lang="en-US" sz="1600" u="none" cap="none" strike="noStrike">
                <a:solidFill>
                  <a:schemeClr val="dk1"/>
                </a:solidFill>
                <a:latin typeface="Open Sans"/>
                <a:ea typeface="Open Sans"/>
                <a:cs typeface="Open Sans"/>
                <a:sym typeface="Open Sans"/>
              </a:rPr>
              <a:t>Common Augmentation Techniques</a:t>
            </a:r>
            <a:r>
              <a:rPr b="0" i="0" lang="en-US" sz="1600" u="none" cap="none" strike="noStrike">
                <a:solidFill>
                  <a:schemeClr val="dk1"/>
                </a:solidFill>
                <a:latin typeface="Open Sans"/>
                <a:ea typeface="Open Sans"/>
                <a:cs typeface="Open Sans"/>
                <a:sym typeface="Open Sans"/>
              </a:rPr>
              <a:t>:</a:t>
            </a:r>
            <a:endParaRPr/>
          </a:p>
          <a:p>
            <a:pPr indent="0" lvl="0" marL="0" marR="0" rtl="0" algn="l">
              <a:lnSpc>
                <a:spcPct val="200000"/>
              </a:lnSpc>
              <a:spcBef>
                <a:spcPts val="0"/>
              </a:spcBef>
              <a:spcAft>
                <a:spcPts val="0"/>
              </a:spcAft>
              <a:buClr>
                <a:schemeClr val="dk1"/>
              </a:buClr>
              <a:buSzPts val="1600"/>
              <a:buFont typeface="Open Sans"/>
              <a:buChar char="•"/>
            </a:pPr>
            <a:r>
              <a:rPr b="1" i="0" lang="en-US" sz="1600" u="none" cap="none" strike="noStrike">
                <a:solidFill>
                  <a:schemeClr val="dk1"/>
                </a:solidFill>
                <a:latin typeface="Open Sans"/>
                <a:ea typeface="Open Sans"/>
                <a:cs typeface="Open Sans"/>
                <a:sym typeface="Open Sans"/>
              </a:rPr>
              <a:t>Rotation, Flipping</a:t>
            </a:r>
            <a:r>
              <a:rPr b="0" i="0" lang="en-US" sz="1600" u="none" cap="none" strike="noStrike">
                <a:solidFill>
                  <a:schemeClr val="dk1"/>
                </a:solidFill>
                <a:latin typeface="Open Sans"/>
                <a:ea typeface="Open Sans"/>
                <a:cs typeface="Open Sans"/>
                <a:sym typeface="Open Sans"/>
              </a:rPr>
              <a:t>: Change image orientation.</a:t>
            </a:r>
            <a:endParaRPr/>
          </a:p>
          <a:p>
            <a:pPr indent="0" lvl="0" marL="0" marR="0" rtl="0" algn="l">
              <a:lnSpc>
                <a:spcPct val="200000"/>
              </a:lnSpc>
              <a:spcBef>
                <a:spcPts val="0"/>
              </a:spcBef>
              <a:spcAft>
                <a:spcPts val="0"/>
              </a:spcAft>
              <a:buClr>
                <a:schemeClr val="dk1"/>
              </a:buClr>
              <a:buSzPts val="1600"/>
              <a:buFont typeface="Open Sans"/>
              <a:buChar char="•"/>
            </a:pPr>
            <a:r>
              <a:rPr b="1" i="0" lang="en-US" sz="1600" u="none" cap="none" strike="noStrike">
                <a:solidFill>
                  <a:schemeClr val="dk1"/>
                </a:solidFill>
                <a:latin typeface="Open Sans"/>
                <a:ea typeface="Open Sans"/>
                <a:cs typeface="Open Sans"/>
                <a:sym typeface="Open Sans"/>
              </a:rPr>
              <a:t>Scaling, Cropping</a:t>
            </a:r>
            <a:r>
              <a:rPr b="0" i="0" lang="en-US" sz="1600" u="none" cap="none" strike="noStrike">
                <a:solidFill>
                  <a:schemeClr val="dk1"/>
                </a:solidFill>
                <a:latin typeface="Open Sans"/>
                <a:ea typeface="Open Sans"/>
                <a:cs typeface="Open Sans"/>
                <a:sym typeface="Open Sans"/>
              </a:rPr>
              <a:t>: Alter size or focus area.</a:t>
            </a:r>
            <a:endParaRPr/>
          </a:p>
          <a:p>
            <a:pPr indent="0" lvl="0" marL="0" marR="0" rtl="0" algn="l">
              <a:lnSpc>
                <a:spcPct val="200000"/>
              </a:lnSpc>
              <a:spcBef>
                <a:spcPts val="0"/>
              </a:spcBef>
              <a:spcAft>
                <a:spcPts val="0"/>
              </a:spcAft>
              <a:buClr>
                <a:schemeClr val="dk1"/>
              </a:buClr>
              <a:buSzPts val="1600"/>
              <a:buFont typeface="Open Sans"/>
              <a:buChar char="•"/>
            </a:pPr>
            <a:r>
              <a:rPr b="1" i="0" lang="en-US" sz="1600" u="none" cap="none" strike="noStrike">
                <a:solidFill>
                  <a:schemeClr val="dk1"/>
                </a:solidFill>
                <a:latin typeface="Open Sans"/>
                <a:ea typeface="Open Sans"/>
                <a:cs typeface="Open Sans"/>
                <a:sym typeface="Open Sans"/>
              </a:rPr>
              <a:t>Color Jittering</a:t>
            </a:r>
            <a:r>
              <a:rPr b="0" i="0" lang="en-US" sz="1600" u="none" cap="none" strike="noStrike">
                <a:solidFill>
                  <a:schemeClr val="dk1"/>
                </a:solidFill>
                <a:latin typeface="Open Sans"/>
                <a:ea typeface="Open Sans"/>
                <a:cs typeface="Open Sans"/>
                <a:sym typeface="Open Sans"/>
              </a:rPr>
              <a:t>: Randomly adjust brightness, contrast, or saturation.</a:t>
            </a:r>
            <a:endParaRPr/>
          </a:p>
          <a:p>
            <a:pPr indent="0" lvl="0" marL="0" marR="0" rtl="0" algn="l">
              <a:lnSpc>
                <a:spcPct val="200000"/>
              </a:lnSpc>
              <a:spcBef>
                <a:spcPts val="0"/>
              </a:spcBef>
              <a:spcAft>
                <a:spcPts val="0"/>
              </a:spcAft>
              <a:buClr>
                <a:srgbClr val="5D5D5D"/>
              </a:buClr>
              <a:buSzPts val="1600"/>
              <a:buFont typeface="Open Sans Light"/>
              <a:buNone/>
            </a:pPr>
            <a:r>
              <a:t/>
            </a:r>
            <a:endParaRPr b="0" i="0" sz="1600" u="none" cap="none" strike="noStrike">
              <a:solidFill>
                <a:schemeClr val="dk1"/>
              </a:solidFill>
              <a:latin typeface="Open Sans"/>
              <a:ea typeface="Open Sans"/>
              <a:cs typeface="Open Sans"/>
              <a:sym typeface="Open Sans"/>
            </a:endParaRPr>
          </a:p>
        </p:txBody>
      </p:sp>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CMU">
      <a:dk1>
        <a:srgbClr val="404040"/>
      </a:dk1>
      <a:lt1>
        <a:srgbClr val="FFFFFF"/>
      </a:lt1>
      <a:dk2>
        <a:srgbClr val="898989"/>
      </a:dk2>
      <a:lt2>
        <a:srgbClr val="BABABA"/>
      </a:lt2>
      <a:accent1>
        <a:srgbClr val="BB0000"/>
      </a:accent1>
      <a:accent2>
        <a:srgbClr val="404040"/>
      </a:accent2>
      <a:accent3>
        <a:srgbClr val="BABABA"/>
      </a:accent3>
      <a:accent4>
        <a:srgbClr val="00337F"/>
      </a:accent4>
      <a:accent5>
        <a:srgbClr val="AA6600"/>
      </a:accent5>
      <a:accent6>
        <a:srgbClr val="006677"/>
      </a:accent6>
      <a:hlink>
        <a:srgbClr val="00337F"/>
      </a:hlink>
      <a:folHlink>
        <a:srgbClr val="AA660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Theme">
      <a:dk1>
        <a:srgbClr val="000000"/>
      </a:dk1>
      <a:lt1>
        <a:srgbClr val="FFFFFF"/>
      </a:lt1>
      <a:dk2>
        <a:srgbClr val="A7A7A7"/>
      </a:dk2>
      <a:lt2>
        <a:srgbClr val="535353"/>
      </a:lt2>
      <a:accent1>
        <a:srgbClr val="4472C4"/>
      </a:accent1>
      <a:accent2>
        <a:srgbClr val="ED7D31"/>
      </a:accent2>
      <a:accent3>
        <a:srgbClr val="A5A5A5"/>
      </a:accent3>
      <a:accent4>
        <a:srgbClr val="FFC000"/>
      </a:accent4>
      <a:accent5>
        <a:srgbClr val="5B9BD5"/>
      </a:accent5>
      <a:accent6>
        <a:srgbClr val="70AD47"/>
      </a:accent6>
      <a:hlink>
        <a:srgbClr val="0000FF"/>
      </a:hlink>
      <a:folHlink>
        <a:srgbClr val="FF00FF"/>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2025-07-22T12:53:35Z</dcterms:created>
  <dc:creator>Mona Mamoun Mubarak Aman</dc:creator>
</cp:coreProperties>
</file>